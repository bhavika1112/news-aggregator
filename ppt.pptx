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0" r:id="rId6"/>
    <p:sldId id="264" r:id="rId7"/>
    <p:sldId id="266" r:id="rId8"/>
    <p:sldId id="267" r:id="rId9"/>
    <p:sldId id="268" r:id="rId10"/>
    <p:sldId id="269" r:id="rId11"/>
    <p:sldId id="270" r:id="rId12"/>
    <p:sldId id="271" r:id="rId13"/>
  </p:sldIdLst>
  <p:sldSz cx="9144000" cy="5143500" type="screen16x9"/>
  <p:notesSz cx="6858000" cy="9144000"/>
  <p:embeddedFontLst>
    <p:embeddedFont>
      <p:font typeface="Oswald" panose="00000500000000000000" pitchFamily="2" charset="0"/>
      <p:regular r:id="rId15"/>
      <p:bold r:id="rId16"/>
    </p:embeddedFont>
    <p:embeddedFont>
      <p:font typeface="Oswald Medium" panose="00000600000000000000" pitchFamily="2" charset="0"/>
      <p:regular r:id="rId17"/>
      <p:bold r:id="rId18"/>
    </p:embeddedFont>
    <p:embeddedFont>
      <p:font typeface="Public Sans" panose="020B0604020202020204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DC30A-3F7D-4E6C-A458-FCC316F6A640}" v="51" dt="2025-09-11T18:29:36.491"/>
  </p1510:revLst>
</p1510:revInfo>
</file>

<file path=ppt/tableStyles.xml><?xml version="1.0" encoding="utf-8"?>
<a:tblStyleLst xmlns:a="http://schemas.openxmlformats.org/drawingml/2006/main" def="{BB7B9399-F234-4C41-9D41-3EB43566323E}">
  <a:tblStyle styleId="{BB7B9399-F234-4C41-9D41-3EB4356632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3F7DB3-AB37-4F60-90DA-0E3C367EEE8D}" type="doc">
      <dgm:prSet loTypeId="urn:microsoft.com/office/officeart/2005/8/layout/vList3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FD4BF2C-85D3-49F4-999A-101ECF3740F1}">
      <dgm:prSet phldrT="[Text]" custT="1"/>
      <dgm:spPr/>
      <dgm:t>
        <a:bodyPr/>
        <a:lstStyle/>
        <a:p>
          <a:r>
            <a:rPr lang="en" sz="1800" dirty="0">
              <a:latin typeface="Oswald" panose="00000500000000000000" pitchFamily="2" charset="0"/>
            </a:rPr>
            <a:t>Modes</a:t>
          </a:r>
          <a:endParaRPr lang="en-IN" sz="1800" dirty="0">
            <a:latin typeface="Oswald" panose="00000500000000000000" pitchFamily="2" charset="0"/>
          </a:endParaRPr>
        </a:p>
      </dgm:t>
    </dgm:pt>
    <dgm:pt modelId="{3DEF70AB-A21F-4DAF-8227-A59AB64E6A3C}" type="parTrans" cxnId="{244D9BA6-0591-47DC-84FD-C5AE3914E542}">
      <dgm:prSet/>
      <dgm:spPr/>
      <dgm:t>
        <a:bodyPr/>
        <a:lstStyle/>
        <a:p>
          <a:endParaRPr lang="en-IN"/>
        </a:p>
      </dgm:t>
    </dgm:pt>
    <dgm:pt modelId="{7CE9C026-D82F-4694-B63E-5DAE624212FF}" type="sibTrans" cxnId="{244D9BA6-0591-47DC-84FD-C5AE3914E542}">
      <dgm:prSet/>
      <dgm:spPr/>
      <dgm:t>
        <a:bodyPr/>
        <a:lstStyle/>
        <a:p>
          <a:endParaRPr lang="en-IN"/>
        </a:p>
      </dgm:t>
    </dgm:pt>
    <dgm:pt modelId="{A844B34C-0F7C-4B7D-9531-6202826900B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Categories</a:t>
          </a:r>
          <a:endParaRPr lang="en-IN" sz="1800" dirty="0">
            <a:latin typeface="Oswald" panose="00000500000000000000" pitchFamily="2" charset="0"/>
          </a:endParaRPr>
        </a:p>
      </dgm:t>
    </dgm:pt>
    <dgm:pt modelId="{3E311B49-5DD9-4DA1-B5AD-AF320BDA4018}" type="parTrans" cxnId="{965C10FD-AFD6-477A-91D8-6C04056146B0}">
      <dgm:prSet/>
      <dgm:spPr/>
      <dgm:t>
        <a:bodyPr/>
        <a:lstStyle/>
        <a:p>
          <a:endParaRPr lang="en-IN"/>
        </a:p>
      </dgm:t>
    </dgm:pt>
    <dgm:pt modelId="{0E46BD42-E33C-44F9-AD2C-FD8FC2ED43AB}" type="sibTrans" cxnId="{965C10FD-AFD6-477A-91D8-6C04056146B0}">
      <dgm:prSet/>
      <dgm:spPr/>
      <dgm:t>
        <a:bodyPr/>
        <a:lstStyle/>
        <a:p>
          <a:endParaRPr lang="en-IN"/>
        </a:p>
      </dgm:t>
    </dgm:pt>
    <dgm:pt modelId="{5FD8F163-348E-447E-973D-74ECA0E7A115}" type="pres">
      <dgm:prSet presAssocID="{293F7DB3-AB37-4F60-90DA-0E3C367EEE8D}" presName="linearFlow" presStyleCnt="0">
        <dgm:presLayoutVars>
          <dgm:dir/>
          <dgm:resizeHandles val="exact"/>
        </dgm:presLayoutVars>
      </dgm:prSet>
      <dgm:spPr/>
    </dgm:pt>
    <dgm:pt modelId="{02F570F2-F840-42BB-9622-AE95CBF7A492}" type="pres">
      <dgm:prSet presAssocID="{DFD4BF2C-85D3-49F4-999A-101ECF3740F1}" presName="composite" presStyleCnt="0"/>
      <dgm:spPr/>
    </dgm:pt>
    <dgm:pt modelId="{2CFD4133-1F17-4ED6-90DB-6941E21C5E59}" type="pres">
      <dgm:prSet presAssocID="{DFD4BF2C-85D3-49F4-999A-101ECF3740F1}" presName="imgShp" presStyleLbl="fgImgPlac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15897BF8-58A4-4FA3-8025-EE164BACB105}" type="pres">
      <dgm:prSet presAssocID="{DFD4BF2C-85D3-49F4-999A-101ECF3740F1}" presName="txShp" presStyleLbl="node1" presStyleIdx="0" presStyleCnt="2">
        <dgm:presLayoutVars>
          <dgm:bulletEnabled val="1"/>
        </dgm:presLayoutVars>
      </dgm:prSet>
      <dgm:spPr/>
    </dgm:pt>
    <dgm:pt modelId="{8D9D01F3-F122-4D01-B23B-242172677D49}" type="pres">
      <dgm:prSet presAssocID="{7CE9C026-D82F-4694-B63E-5DAE624212FF}" presName="spacing" presStyleCnt="0"/>
      <dgm:spPr/>
    </dgm:pt>
    <dgm:pt modelId="{8B07D13B-7083-4840-B2CC-01FFA3A09C6A}" type="pres">
      <dgm:prSet presAssocID="{A844B34C-0F7C-4B7D-9531-6202826900B1}" presName="composite" presStyleCnt="0"/>
      <dgm:spPr/>
    </dgm:pt>
    <dgm:pt modelId="{536A3F54-3150-41AA-913A-45EE9B0FCB0F}" type="pres">
      <dgm:prSet presAssocID="{A844B34C-0F7C-4B7D-9531-6202826900B1}" presName="imgShp" presStyleLbl="fgImgPlace1" presStyleIdx="1" presStyleCnt="2"/>
      <dgm:spPr>
        <a:blipFill rotWithShape="1">
          <a:blip xmlns:r="http://schemas.openxmlformats.org/officeDocument/2006/relationships" r:embed="rId2"/>
          <a:srcRect/>
          <a:stretch>
            <a:fillRect l="-81000" r="-81000"/>
          </a:stretch>
        </a:blipFill>
      </dgm:spPr>
    </dgm:pt>
    <dgm:pt modelId="{30C216C3-88ED-44F4-962D-99B05AC28773}" type="pres">
      <dgm:prSet presAssocID="{A844B34C-0F7C-4B7D-9531-6202826900B1}" presName="txShp" presStyleLbl="node1" presStyleIdx="1" presStyleCnt="2">
        <dgm:presLayoutVars>
          <dgm:bulletEnabled val="1"/>
        </dgm:presLayoutVars>
      </dgm:prSet>
      <dgm:spPr/>
    </dgm:pt>
  </dgm:ptLst>
  <dgm:cxnLst>
    <dgm:cxn modelId="{E0305F5A-3E09-4114-8DE4-FCAACB1344C0}" type="presOf" srcId="{DFD4BF2C-85D3-49F4-999A-101ECF3740F1}" destId="{15897BF8-58A4-4FA3-8025-EE164BACB105}" srcOrd="0" destOrd="0" presId="urn:microsoft.com/office/officeart/2005/8/layout/vList3"/>
    <dgm:cxn modelId="{6F16977C-2106-4865-BFF6-858E13610389}" type="presOf" srcId="{293F7DB3-AB37-4F60-90DA-0E3C367EEE8D}" destId="{5FD8F163-348E-447E-973D-74ECA0E7A115}" srcOrd="0" destOrd="0" presId="urn:microsoft.com/office/officeart/2005/8/layout/vList3"/>
    <dgm:cxn modelId="{2B86D69F-5369-410F-9D6C-46874D4B4D58}" type="presOf" srcId="{A844B34C-0F7C-4B7D-9531-6202826900B1}" destId="{30C216C3-88ED-44F4-962D-99B05AC28773}" srcOrd="0" destOrd="0" presId="urn:microsoft.com/office/officeart/2005/8/layout/vList3"/>
    <dgm:cxn modelId="{244D9BA6-0591-47DC-84FD-C5AE3914E542}" srcId="{293F7DB3-AB37-4F60-90DA-0E3C367EEE8D}" destId="{DFD4BF2C-85D3-49F4-999A-101ECF3740F1}" srcOrd="0" destOrd="0" parTransId="{3DEF70AB-A21F-4DAF-8227-A59AB64E6A3C}" sibTransId="{7CE9C026-D82F-4694-B63E-5DAE624212FF}"/>
    <dgm:cxn modelId="{965C10FD-AFD6-477A-91D8-6C04056146B0}" srcId="{293F7DB3-AB37-4F60-90DA-0E3C367EEE8D}" destId="{A844B34C-0F7C-4B7D-9531-6202826900B1}" srcOrd="1" destOrd="0" parTransId="{3E311B49-5DD9-4DA1-B5AD-AF320BDA4018}" sibTransId="{0E46BD42-E33C-44F9-AD2C-FD8FC2ED43AB}"/>
    <dgm:cxn modelId="{695436EC-344F-45A9-A6E8-EC15EE0264CA}" type="presParOf" srcId="{5FD8F163-348E-447E-973D-74ECA0E7A115}" destId="{02F570F2-F840-42BB-9622-AE95CBF7A492}" srcOrd="0" destOrd="0" presId="urn:microsoft.com/office/officeart/2005/8/layout/vList3"/>
    <dgm:cxn modelId="{E5384D21-752D-4C2C-B6B3-8BC7C0F585AD}" type="presParOf" srcId="{02F570F2-F840-42BB-9622-AE95CBF7A492}" destId="{2CFD4133-1F17-4ED6-90DB-6941E21C5E59}" srcOrd="0" destOrd="0" presId="urn:microsoft.com/office/officeart/2005/8/layout/vList3"/>
    <dgm:cxn modelId="{94352F14-5455-4841-BD12-9C935D6D1CF1}" type="presParOf" srcId="{02F570F2-F840-42BB-9622-AE95CBF7A492}" destId="{15897BF8-58A4-4FA3-8025-EE164BACB105}" srcOrd="1" destOrd="0" presId="urn:microsoft.com/office/officeart/2005/8/layout/vList3"/>
    <dgm:cxn modelId="{58182E72-84DD-4638-9BD5-4948722703D1}" type="presParOf" srcId="{5FD8F163-348E-447E-973D-74ECA0E7A115}" destId="{8D9D01F3-F122-4D01-B23B-242172677D49}" srcOrd="1" destOrd="0" presId="urn:microsoft.com/office/officeart/2005/8/layout/vList3"/>
    <dgm:cxn modelId="{1D765D9E-E15D-4AD5-A5A1-AE0E715E948E}" type="presParOf" srcId="{5FD8F163-348E-447E-973D-74ECA0E7A115}" destId="{8B07D13B-7083-4840-B2CC-01FFA3A09C6A}" srcOrd="2" destOrd="0" presId="urn:microsoft.com/office/officeart/2005/8/layout/vList3"/>
    <dgm:cxn modelId="{98877809-2878-4250-ACF9-8E4CAC9E9C77}" type="presParOf" srcId="{8B07D13B-7083-4840-B2CC-01FFA3A09C6A}" destId="{536A3F54-3150-41AA-913A-45EE9B0FCB0F}" srcOrd="0" destOrd="0" presId="urn:microsoft.com/office/officeart/2005/8/layout/vList3"/>
    <dgm:cxn modelId="{03E9DE97-EEF6-466E-965B-769D785722C5}" type="presParOf" srcId="{8B07D13B-7083-4840-B2CC-01FFA3A09C6A}" destId="{30C216C3-88ED-44F4-962D-99B05AC2877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3F7DB3-AB37-4F60-90DA-0E3C367EEE8D}" type="doc">
      <dgm:prSet loTypeId="urn:microsoft.com/office/officeart/2005/8/layout/vList3" loCatId="picture" qsTypeId="urn:microsoft.com/office/officeart/2005/8/quickstyle/simple1" qsCatId="simple" csTypeId="urn:microsoft.com/office/officeart/2005/8/colors/accent0_1" csCatId="mainScheme" phldr="1"/>
      <dgm:spPr/>
    </dgm:pt>
    <dgm:pt modelId="{DFD4BF2C-85D3-49F4-999A-101ECF3740F1}">
      <dgm:prSet phldrT="[Text]" custT="1"/>
      <dgm:spPr/>
      <dgm:t>
        <a:bodyPr/>
        <a:lstStyle/>
        <a:p>
          <a:r>
            <a:rPr lang="en-US" sz="1600" dirty="0">
              <a:latin typeface="Oswald" panose="00000500000000000000" pitchFamily="2" charset="0"/>
            </a:rPr>
            <a:t>Filter By News Source</a:t>
          </a:r>
          <a:endParaRPr lang="en-IN" sz="1600" dirty="0">
            <a:latin typeface="Oswald" panose="00000500000000000000" pitchFamily="2" charset="0"/>
          </a:endParaRPr>
        </a:p>
      </dgm:t>
    </dgm:pt>
    <dgm:pt modelId="{3DEF70AB-A21F-4DAF-8227-A59AB64E6A3C}" type="parTrans" cxnId="{244D9BA6-0591-47DC-84FD-C5AE3914E542}">
      <dgm:prSet/>
      <dgm:spPr/>
      <dgm:t>
        <a:bodyPr/>
        <a:lstStyle/>
        <a:p>
          <a:endParaRPr lang="en-IN"/>
        </a:p>
      </dgm:t>
    </dgm:pt>
    <dgm:pt modelId="{7CE9C026-D82F-4694-B63E-5DAE624212FF}" type="sibTrans" cxnId="{244D9BA6-0591-47DC-84FD-C5AE3914E542}">
      <dgm:prSet/>
      <dgm:spPr/>
      <dgm:t>
        <a:bodyPr/>
        <a:lstStyle/>
        <a:p>
          <a:endParaRPr lang="en-IN"/>
        </a:p>
      </dgm:t>
    </dgm:pt>
    <dgm:pt modelId="{A844B34C-0F7C-4B7D-9531-6202826900B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Recently Viewed </a:t>
          </a:r>
          <a:endParaRPr lang="en-IN" sz="1800" dirty="0">
            <a:latin typeface="Oswald" panose="00000500000000000000" pitchFamily="2" charset="0"/>
          </a:endParaRPr>
        </a:p>
      </dgm:t>
    </dgm:pt>
    <dgm:pt modelId="{3E311B49-5DD9-4DA1-B5AD-AF320BDA4018}" type="parTrans" cxnId="{965C10FD-AFD6-477A-91D8-6C04056146B0}">
      <dgm:prSet/>
      <dgm:spPr/>
      <dgm:t>
        <a:bodyPr/>
        <a:lstStyle/>
        <a:p>
          <a:endParaRPr lang="en-IN"/>
        </a:p>
      </dgm:t>
    </dgm:pt>
    <dgm:pt modelId="{0E46BD42-E33C-44F9-AD2C-FD8FC2ED43AB}" type="sibTrans" cxnId="{965C10FD-AFD6-477A-91D8-6C04056146B0}">
      <dgm:prSet/>
      <dgm:spPr/>
      <dgm:t>
        <a:bodyPr/>
        <a:lstStyle/>
        <a:p>
          <a:endParaRPr lang="en-IN"/>
        </a:p>
      </dgm:t>
    </dgm:pt>
    <dgm:pt modelId="{5FD8F163-348E-447E-973D-74ECA0E7A115}" type="pres">
      <dgm:prSet presAssocID="{293F7DB3-AB37-4F60-90DA-0E3C367EEE8D}" presName="linearFlow" presStyleCnt="0">
        <dgm:presLayoutVars>
          <dgm:dir/>
          <dgm:resizeHandles val="exact"/>
        </dgm:presLayoutVars>
      </dgm:prSet>
      <dgm:spPr/>
    </dgm:pt>
    <dgm:pt modelId="{02F570F2-F840-42BB-9622-AE95CBF7A492}" type="pres">
      <dgm:prSet presAssocID="{DFD4BF2C-85D3-49F4-999A-101ECF3740F1}" presName="composite" presStyleCnt="0"/>
      <dgm:spPr/>
    </dgm:pt>
    <dgm:pt modelId="{2CFD4133-1F17-4ED6-90DB-6941E21C5E59}" type="pres">
      <dgm:prSet presAssocID="{DFD4BF2C-85D3-49F4-999A-101ECF3740F1}" presName="imgShp" presStyleLbl="fgImgPlac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15897BF8-58A4-4FA3-8025-EE164BACB105}" type="pres">
      <dgm:prSet presAssocID="{DFD4BF2C-85D3-49F4-999A-101ECF3740F1}" presName="txShp" presStyleLbl="node1" presStyleIdx="0" presStyleCnt="2" custScaleX="100838" custScaleY="111335">
        <dgm:presLayoutVars>
          <dgm:bulletEnabled val="1"/>
        </dgm:presLayoutVars>
      </dgm:prSet>
      <dgm:spPr/>
    </dgm:pt>
    <dgm:pt modelId="{8D9D01F3-F122-4D01-B23B-242172677D49}" type="pres">
      <dgm:prSet presAssocID="{7CE9C026-D82F-4694-B63E-5DAE624212FF}" presName="spacing" presStyleCnt="0"/>
      <dgm:spPr/>
    </dgm:pt>
    <dgm:pt modelId="{8B07D13B-7083-4840-B2CC-01FFA3A09C6A}" type="pres">
      <dgm:prSet presAssocID="{A844B34C-0F7C-4B7D-9531-6202826900B1}" presName="composite" presStyleCnt="0"/>
      <dgm:spPr/>
    </dgm:pt>
    <dgm:pt modelId="{536A3F54-3150-41AA-913A-45EE9B0FCB0F}" type="pres">
      <dgm:prSet presAssocID="{A844B34C-0F7C-4B7D-9531-6202826900B1}" presName="imgShp" presStyleLbl="fgImgPlace1" presStyleIdx="1" presStyleCnt="2"/>
      <dgm:spPr>
        <a:blipFill rotWithShape="1">
          <a:blip xmlns:r="http://schemas.openxmlformats.org/officeDocument/2006/relationships" r:embed="rId2"/>
          <a:srcRect/>
          <a:stretch>
            <a:fillRect t="-3000" b="-3000"/>
          </a:stretch>
        </a:blipFill>
      </dgm:spPr>
    </dgm:pt>
    <dgm:pt modelId="{30C216C3-88ED-44F4-962D-99B05AC28773}" type="pres">
      <dgm:prSet presAssocID="{A844B34C-0F7C-4B7D-9531-6202826900B1}" presName="txShp" presStyleLbl="node1" presStyleIdx="1" presStyleCnt="2">
        <dgm:presLayoutVars>
          <dgm:bulletEnabled val="1"/>
        </dgm:presLayoutVars>
      </dgm:prSet>
      <dgm:spPr/>
    </dgm:pt>
  </dgm:ptLst>
  <dgm:cxnLst>
    <dgm:cxn modelId="{E0305F5A-3E09-4114-8DE4-FCAACB1344C0}" type="presOf" srcId="{DFD4BF2C-85D3-49F4-999A-101ECF3740F1}" destId="{15897BF8-58A4-4FA3-8025-EE164BACB105}" srcOrd="0" destOrd="0" presId="urn:microsoft.com/office/officeart/2005/8/layout/vList3"/>
    <dgm:cxn modelId="{6F16977C-2106-4865-BFF6-858E13610389}" type="presOf" srcId="{293F7DB3-AB37-4F60-90DA-0E3C367EEE8D}" destId="{5FD8F163-348E-447E-973D-74ECA0E7A115}" srcOrd="0" destOrd="0" presId="urn:microsoft.com/office/officeart/2005/8/layout/vList3"/>
    <dgm:cxn modelId="{2B86D69F-5369-410F-9D6C-46874D4B4D58}" type="presOf" srcId="{A844B34C-0F7C-4B7D-9531-6202826900B1}" destId="{30C216C3-88ED-44F4-962D-99B05AC28773}" srcOrd="0" destOrd="0" presId="urn:microsoft.com/office/officeart/2005/8/layout/vList3"/>
    <dgm:cxn modelId="{244D9BA6-0591-47DC-84FD-C5AE3914E542}" srcId="{293F7DB3-AB37-4F60-90DA-0E3C367EEE8D}" destId="{DFD4BF2C-85D3-49F4-999A-101ECF3740F1}" srcOrd="0" destOrd="0" parTransId="{3DEF70AB-A21F-4DAF-8227-A59AB64E6A3C}" sibTransId="{7CE9C026-D82F-4694-B63E-5DAE624212FF}"/>
    <dgm:cxn modelId="{965C10FD-AFD6-477A-91D8-6C04056146B0}" srcId="{293F7DB3-AB37-4F60-90DA-0E3C367EEE8D}" destId="{A844B34C-0F7C-4B7D-9531-6202826900B1}" srcOrd="1" destOrd="0" parTransId="{3E311B49-5DD9-4DA1-B5AD-AF320BDA4018}" sibTransId="{0E46BD42-E33C-44F9-AD2C-FD8FC2ED43AB}"/>
    <dgm:cxn modelId="{695436EC-344F-45A9-A6E8-EC15EE0264CA}" type="presParOf" srcId="{5FD8F163-348E-447E-973D-74ECA0E7A115}" destId="{02F570F2-F840-42BB-9622-AE95CBF7A492}" srcOrd="0" destOrd="0" presId="urn:microsoft.com/office/officeart/2005/8/layout/vList3"/>
    <dgm:cxn modelId="{E5384D21-752D-4C2C-B6B3-8BC7C0F585AD}" type="presParOf" srcId="{02F570F2-F840-42BB-9622-AE95CBF7A492}" destId="{2CFD4133-1F17-4ED6-90DB-6941E21C5E59}" srcOrd="0" destOrd="0" presId="urn:microsoft.com/office/officeart/2005/8/layout/vList3"/>
    <dgm:cxn modelId="{94352F14-5455-4841-BD12-9C935D6D1CF1}" type="presParOf" srcId="{02F570F2-F840-42BB-9622-AE95CBF7A492}" destId="{15897BF8-58A4-4FA3-8025-EE164BACB105}" srcOrd="1" destOrd="0" presId="urn:microsoft.com/office/officeart/2005/8/layout/vList3"/>
    <dgm:cxn modelId="{58182E72-84DD-4638-9BD5-4948722703D1}" type="presParOf" srcId="{5FD8F163-348E-447E-973D-74ECA0E7A115}" destId="{8D9D01F3-F122-4D01-B23B-242172677D49}" srcOrd="1" destOrd="0" presId="urn:microsoft.com/office/officeart/2005/8/layout/vList3"/>
    <dgm:cxn modelId="{1D765D9E-E15D-4AD5-A5A1-AE0E715E948E}" type="presParOf" srcId="{5FD8F163-348E-447E-973D-74ECA0E7A115}" destId="{8B07D13B-7083-4840-B2CC-01FFA3A09C6A}" srcOrd="2" destOrd="0" presId="urn:microsoft.com/office/officeart/2005/8/layout/vList3"/>
    <dgm:cxn modelId="{98877809-2878-4250-ACF9-8E4CAC9E9C77}" type="presParOf" srcId="{8B07D13B-7083-4840-B2CC-01FFA3A09C6A}" destId="{536A3F54-3150-41AA-913A-45EE9B0FCB0F}" srcOrd="0" destOrd="0" presId="urn:microsoft.com/office/officeart/2005/8/layout/vList3"/>
    <dgm:cxn modelId="{03E9DE97-EEF6-466E-965B-769D785722C5}" type="presParOf" srcId="{8B07D13B-7083-4840-B2CC-01FFA3A09C6A}" destId="{30C216C3-88ED-44F4-962D-99B05AC2877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3F7DB3-AB37-4F60-90DA-0E3C367EEE8D}" type="doc">
      <dgm:prSet loTypeId="urn:microsoft.com/office/officeart/2005/8/layout/vList3" loCatId="picture" qsTypeId="urn:microsoft.com/office/officeart/2005/8/quickstyle/simple1" qsCatId="simple" csTypeId="urn:microsoft.com/office/officeart/2005/8/colors/accent0_1" csCatId="mainScheme" phldr="1"/>
      <dgm:spPr/>
    </dgm:pt>
    <dgm:pt modelId="{DFD4BF2C-85D3-49F4-999A-101ECF3740F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Search Options</a:t>
          </a:r>
          <a:endParaRPr lang="en-IN" sz="1800" dirty="0">
            <a:latin typeface="Oswald" panose="00000500000000000000" pitchFamily="2" charset="0"/>
          </a:endParaRPr>
        </a:p>
      </dgm:t>
    </dgm:pt>
    <dgm:pt modelId="{3DEF70AB-A21F-4DAF-8227-A59AB64E6A3C}" type="parTrans" cxnId="{244D9BA6-0591-47DC-84FD-C5AE3914E542}">
      <dgm:prSet/>
      <dgm:spPr/>
      <dgm:t>
        <a:bodyPr/>
        <a:lstStyle/>
        <a:p>
          <a:endParaRPr lang="en-IN"/>
        </a:p>
      </dgm:t>
    </dgm:pt>
    <dgm:pt modelId="{7CE9C026-D82F-4694-B63E-5DAE624212FF}" type="sibTrans" cxnId="{244D9BA6-0591-47DC-84FD-C5AE3914E542}">
      <dgm:prSet/>
      <dgm:spPr/>
      <dgm:t>
        <a:bodyPr/>
        <a:lstStyle/>
        <a:p>
          <a:endParaRPr lang="en-IN"/>
        </a:p>
      </dgm:t>
    </dgm:pt>
    <dgm:pt modelId="{A844B34C-0F7C-4B7D-9531-6202826900B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Notifications</a:t>
          </a:r>
          <a:endParaRPr lang="en-IN" sz="1800" dirty="0">
            <a:latin typeface="Oswald" panose="00000500000000000000" pitchFamily="2" charset="0"/>
          </a:endParaRPr>
        </a:p>
      </dgm:t>
    </dgm:pt>
    <dgm:pt modelId="{3E311B49-5DD9-4DA1-B5AD-AF320BDA4018}" type="parTrans" cxnId="{965C10FD-AFD6-477A-91D8-6C04056146B0}">
      <dgm:prSet/>
      <dgm:spPr/>
      <dgm:t>
        <a:bodyPr/>
        <a:lstStyle/>
        <a:p>
          <a:endParaRPr lang="en-IN"/>
        </a:p>
      </dgm:t>
    </dgm:pt>
    <dgm:pt modelId="{0E46BD42-E33C-44F9-AD2C-FD8FC2ED43AB}" type="sibTrans" cxnId="{965C10FD-AFD6-477A-91D8-6C04056146B0}">
      <dgm:prSet/>
      <dgm:spPr/>
      <dgm:t>
        <a:bodyPr/>
        <a:lstStyle/>
        <a:p>
          <a:endParaRPr lang="en-IN"/>
        </a:p>
      </dgm:t>
    </dgm:pt>
    <dgm:pt modelId="{5FD8F163-348E-447E-973D-74ECA0E7A115}" type="pres">
      <dgm:prSet presAssocID="{293F7DB3-AB37-4F60-90DA-0E3C367EEE8D}" presName="linearFlow" presStyleCnt="0">
        <dgm:presLayoutVars>
          <dgm:dir/>
          <dgm:resizeHandles val="exact"/>
        </dgm:presLayoutVars>
      </dgm:prSet>
      <dgm:spPr/>
    </dgm:pt>
    <dgm:pt modelId="{02F570F2-F840-42BB-9622-AE95CBF7A492}" type="pres">
      <dgm:prSet presAssocID="{DFD4BF2C-85D3-49F4-999A-101ECF3740F1}" presName="composite" presStyleCnt="0"/>
      <dgm:spPr/>
    </dgm:pt>
    <dgm:pt modelId="{2CFD4133-1F17-4ED6-90DB-6941E21C5E59}" type="pres">
      <dgm:prSet presAssocID="{DFD4BF2C-85D3-49F4-999A-101ECF3740F1}" presName="imgShp" presStyleLbl="fgImgPlac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15897BF8-58A4-4FA3-8025-EE164BACB105}" type="pres">
      <dgm:prSet presAssocID="{DFD4BF2C-85D3-49F4-999A-101ECF3740F1}" presName="txShp" presStyleLbl="node1" presStyleIdx="0" presStyleCnt="2">
        <dgm:presLayoutVars>
          <dgm:bulletEnabled val="1"/>
        </dgm:presLayoutVars>
      </dgm:prSet>
      <dgm:spPr/>
    </dgm:pt>
    <dgm:pt modelId="{8D9D01F3-F122-4D01-B23B-242172677D49}" type="pres">
      <dgm:prSet presAssocID="{7CE9C026-D82F-4694-B63E-5DAE624212FF}" presName="spacing" presStyleCnt="0"/>
      <dgm:spPr/>
    </dgm:pt>
    <dgm:pt modelId="{8B07D13B-7083-4840-B2CC-01FFA3A09C6A}" type="pres">
      <dgm:prSet presAssocID="{A844B34C-0F7C-4B7D-9531-6202826900B1}" presName="composite" presStyleCnt="0"/>
      <dgm:spPr/>
    </dgm:pt>
    <dgm:pt modelId="{536A3F54-3150-41AA-913A-45EE9B0FCB0F}" type="pres">
      <dgm:prSet presAssocID="{A844B34C-0F7C-4B7D-9531-6202826900B1}" presName="imgShp" presStyleLbl="fgImgPlace1" presStyleIdx="1" presStyleCnt="2"/>
      <dgm:spPr>
        <a:blipFill rotWithShape="1">
          <a:blip xmlns:r="http://schemas.openxmlformats.org/officeDocument/2006/relationships" r:embed="rId2"/>
          <a:srcRect/>
          <a:stretch>
            <a:fillRect l="-50000" r="-50000"/>
          </a:stretch>
        </a:blipFill>
      </dgm:spPr>
    </dgm:pt>
    <dgm:pt modelId="{30C216C3-88ED-44F4-962D-99B05AC28773}" type="pres">
      <dgm:prSet presAssocID="{A844B34C-0F7C-4B7D-9531-6202826900B1}" presName="txShp" presStyleLbl="node1" presStyleIdx="1" presStyleCnt="2">
        <dgm:presLayoutVars>
          <dgm:bulletEnabled val="1"/>
        </dgm:presLayoutVars>
      </dgm:prSet>
      <dgm:spPr/>
    </dgm:pt>
  </dgm:ptLst>
  <dgm:cxnLst>
    <dgm:cxn modelId="{E0305F5A-3E09-4114-8DE4-FCAACB1344C0}" type="presOf" srcId="{DFD4BF2C-85D3-49F4-999A-101ECF3740F1}" destId="{15897BF8-58A4-4FA3-8025-EE164BACB105}" srcOrd="0" destOrd="0" presId="urn:microsoft.com/office/officeart/2005/8/layout/vList3"/>
    <dgm:cxn modelId="{6F16977C-2106-4865-BFF6-858E13610389}" type="presOf" srcId="{293F7DB3-AB37-4F60-90DA-0E3C367EEE8D}" destId="{5FD8F163-348E-447E-973D-74ECA0E7A115}" srcOrd="0" destOrd="0" presId="urn:microsoft.com/office/officeart/2005/8/layout/vList3"/>
    <dgm:cxn modelId="{2B86D69F-5369-410F-9D6C-46874D4B4D58}" type="presOf" srcId="{A844B34C-0F7C-4B7D-9531-6202826900B1}" destId="{30C216C3-88ED-44F4-962D-99B05AC28773}" srcOrd="0" destOrd="0" presId="urn:microsoft.com/office/officeart/2005/8/layout/vList3"/>
    <dgm:cxn modelId="{244D9BA6-0591-47DC-84FD-C5AE3914E542}" srcId="{293F7DB3-AB37-4F60-90DA-0E3C367EEE8D}" destId="{DFD4BF2C-85D3-49F4-999A-101ECF3740F1}" srcOrd="0" destOrd="0" parTransId="{3DEF70AB-A21F-4DAF-8227-A59AB64E6A3C}" sibTransId="{7CE9C026-D82F-4694-B63E-5DAE624212FF}"/>
    <dgm:cxn modelId="{965C10FD-AFD6-477A-91D8-6C04056146B0}" srcId="{293F7DB3-AB37-4F60-90DA-0E3C367EEE8D}" destId="{A844B34C-0F7C-4B7D-9531-6202826900B1}" srcOrd="1" destOrd="0" parTransId="{3E311B49-5DD9-4DA1-B5AD-AF320BDA4018}" sibTransId="{0E46BD42-E33C-44F9-AD2C-FD8FC2ED43AB}"/>
    <dgm:cxn modelId="{695436EC-344F-45A9-A6E8-EC15EE0264CA}" type="presParOf" srcId="{5FD8F163-348E-447E-973D-74ECA0E7A115}" destId="{02F570F2-F840-42BB-9622-AE95CBF7A492}" srcOrd="0" destOrd="0" presId="urn:microsoft.com/office/officeart/2005/8/layout/vList3"/>
    <dgm:cxn modelId="{E5384D21-752D-4C2C-B6B3-8BC7C0F585AD}" type="presParOf" srcId="{02F570F2-F840-42BB-9622-AE95CBF7A492}" destId="{2CFD4133-1F17-4ED6-90DB-6941E21C5E59}" srcOrd="0" destOrd="0" presId="urn:microsoft.com/office/officeart/2005/8/layout/vList3"/>
    <dgm:cxn modelId="{94352F14-5455-4841-BD12-9C935D6D1CF1}" type="presParOf" srcId="{02F570F2-F840-42BB-9622-AE95CBF7A492}" destId="{15897BF8-58A4-4FA3-8025-EE164BACB105}" srcOrd="1" destOrd="0" presId="urn:microsoft.com/office/officeart/2005/8/layout/vList3"/>
    <dgm:cxn modelId="{58182E72-84DD-4638-9BD5-4948722703D1}" type="presParOf" srcId="{5FD8F163-348E-447E-973D-74ECA0E7A115}" destId="{8D9D01F3-F122-4D01-B23B-242172677D49}" srcOrd="1" destOrd="0" presId="urn:microsoft.com/office/officeart/2005/8/layout/vList3"/>
    <dgm:cxn modelId="{1D765D9E-E15D-4AD5-A5A1-AE0E715E948E}" type="presParOf" srcId="{5FD8F163-348E-447E-973D-74ECA0E7A115}" destId="{8B07D13B-7083-4840-B2CC-01FFA3A09C6A}" srcOrd="2" destOrd="0" presId="urn:microsoft.com/office/officeart/2005/8/layout/vList3"/>
    <dgm:cxn modelId="{98877809-2878-4250-ACF9-8E4CAC9E9C77}" type="presParOf" srcId="{8B07D13B-7083-4840-B2CC-01FFA3A09C6A}" destId="{536A3F54-3150-41AA-913A-45EE9B0FCB0F}" srcOrd="0" destOrd="0" presId="urn:microsoft.com/office/officeart/2005/8/layout/vList3"/>
    <dgm:cxn modelId="{03E9DE97-EEF6-466E-965B-769D785722C5}" type="presParOf" srcId="{8B07D13B-7083-4840-B2CC-01FFA3A09C6A}" destId="{30C216C3-88ED-44F4-962D-99B05AC2877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3F7DB3-AB37-4F60-90DA-0E3C367EEE8D}" type="doc">
      <dgm:prSet loTypeId="urn:microsoft.com/office/officeart/2005/8/layout/vList3" loCatId="picture" qsTypeId="urn:microsoft.com/office/officeart/2005/8/quickstyle/simple1" qsCatId="simple" csTypeId="urn:microsoft.com/office/officeart/2005/8/colors/accent0_1" csCatId="mainScheme" phldr="1"/>
      <dgm:spPr/>
    </dgm:pt>
    <dgm:pt modelId="{DFD4BF2C-85D3-49F4-999A-101ECF3740F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Bookmarks</a:t>
          </a:r>
          <a:endParaRPr lang="en-IN" sz="1800" dirty="0">
            <a:latin typeface="Oswald" panose="00000500000000000000" pitchFamily="2" charset="0"/>
          </a:endParaRPr>
        </a:p>
      </dgm:t>
    </dgm:pt>
    <dgm:pt modelId="{3DEF70AB-A21F-4DAF-8227-A59AB64E6A3C}" type="parTrans" cxnId="{244D9BA6-0591-47DC-84FD-C5AE3914E542}">
      <dgm:prSet/>
      <dgm:spPr/>
      <dgm:t>
        <a:bodyPr/>
        <a:lstStyle/>
        <a:p>
          <a:endParaRPr lang="en-IN"/>
        </a:p>
      </dgm:t>
    </dgm:pt>
    <dgm:pt modelId="{7CE9C026-D82F-4694-B63E-5DAE624212FF}" type="sibTrans" cxnId="{244D9BA6-0591-47DC-84FD-C5AE3914E542}">
      <dgm:prSet/>
      <dgm:spPr/>
      <dgm:t>
        <a:bodyPr/>
        <a:lstStyle/>
        <a:p>
          <a:endParaRPr lang="en-IN"/>
        </a:p>
      </dgm:t>
    </dgm:pt>
    <dgm:pt modelId="{A844B34C-0F7C-4B7D-9531-6202826900B1}">
      <dgm:prSet phldrT="[Text]" custT="1"/>
      <dgm:spPr/>
      <dgm:t>
        <a:bodyPr/>
        <a:lstStyle/>
        <a:p>
          <a:r>
            <a:rPr lang="en-US" sz="1800" dirty="0">
              <a:latin typeface="Oswald" panose="00000500000000000000" pitchFamily="2" charset="0"/>
            </a:rPr>
            <a:t>Share Options</a:t>
          </a:r>
          <a:endParaRPr lang="en-IN" sz="1800" dirty="0">
            <a:latin typeface="Oswald" panose="00000500000000000000" pitchFamily="2" charset="0"/>
          </a:endParaRPr>
        </a:p>
      </dgm:t>
    </dgm:pt>
    <dgm:pt modelId="{3E311B49-5DD9-4DA1-B5AD-AF320BDA4018}" type="parTrans" cxnId="{965C10FD-AFD6-477A-91D8-6C04056146B0}">
      <dgm:prSet/>
      <dgm:spPr/>
      <dgm:t>
        <a:bodyPr/>
        <a:lstStyle/>
        <a:p>
          <a:endParaRPr lang="en-IN"/>
        </a:p>
      </dgm:t>
    </dgm:pt>
    <dgm:pt modelId="{0E46BD42-E33C-44F9-AD2C-FD8FC2ED43AB}" type="sibTrans" cxnId="{965C10FD-AFD6-477A-91D8-6C04056146B0}">
      <dgm:prSet/>
      <dgm:spPr/>
      <dgm:t>
        <a:bodyPr/>
        <a:lstStyle/>
        <a:p>
          <a:endParaRPr lang="en-IN"/>
        </a:p>
      </dgm:t>
    </dgm:pt>
    <dgm:pt modelId="{5FD8F163-348E-447E-973D-74ECA0E7A115}" type="pres">
      <dgm:prSet presAssocID="{293F7DB3-AB37-4F60-90DA-0E3C367EEE8D}" presName="linearFlow" presStyleCnt="0">
        <dgm:presLayoutVars>
          <dgm:dir/>
          <dgm:resizeHandles val="exact"/>
        </dgm:presLayoutVars>
      </dgm:prSet>
      <dgm:spPr/>
    </dgm:pt>
    <dgm:pt modelId="{02F570F2-F840-42BB-9622-AE95CBF7A492}" type="pres">
      <dgm:prSet presAssocID="{DFD4BF2C-85D3-49F4-999A-101ECF3740F1}" presName="composite" presStyleCnt="0"/>
      <dgm:spPr/>
    </dgm:pt>
    <dgm:pt modelId="{2CFD4133-1F17-4ED6-90DB-6941E21C5E59}" type="pres">
      <dgm:prSet presAssocID="{DFD4BF2C-85D3-49F4-999A-101ECF3740F1}" presName="imgShp" presStyleLbl="fgImgPlac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15897BF8-58A4-4FA3-8025-EE164BACB105}" type="pres">
      <dgm:prSet presAssocID="{DFD4BF2C-85D3-49F4-999A-101ECF3740F1}" presName="txShp" presStyleLbl="node1" presStyleIdx="0" presStyleCnt="2">
        <dgm:presLayoutVars>
          <dgm:bulletEnabled val="1"/>
        </dgm:presLayoutVars>
      </dgm:prSet>
      <dgm:spPr/>
    </dgm:pt>
    <dgm:pt modelId="{8D9D01F3-F122-4D01-B23B-242172677D49}" type="pres">
      <dgm:prSet presAssocID="{7CE9C026-D82F-4694-B63E-5DAE624212FF}" presName="spacing" presStyleCnt="0"/>
      <dgm:spPr/>
    </dgm:pt>
    <dgm:pt modelId="{8B07D13B-7083-4840-B2CC-01FFA3A09C6A}" type="pres">
      <dgm:prSet presAssocID="{A844B34C-0F7C-4B7D-9531-6202826900B1}" presName="composite" presStyleCnt="0"/>
      <dgm:spPr/>
    </dgm:pt>
    <dgm:pt modelId="{536A3F54-3150-41AA-913A-45EE9B0FCB0F}" type="pres">
      <dgm:prSet presAssocID="{A844B34C-0F7C-4B7D-9531-6202826900B1}" presName="imgShp" presStyleLbl="fgImgPlace1" presStyleIdx="1" presStyleCnt="2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30C216C3-88ED-44F4-962D-99B05AC28773}" type="pres">
      <dgm:prSet presAssocID="{A844B34C-0F7C-4B7D-9531-6202826900B1}" presName="txShp" presStyleLbl="node1" presStyleIdx="1" presStyleCnt="2">
        <dgm:presLayoutVars>
          <dgm:bulletEnabled val="1"/>
        </dgm:presLayoutVars>
      </dgm:prSet>
      <dgm:spPr/>
    </dgm:pt>
  </dgm:ptLst>
  <dgm:cxnLst>
    <dgm:cxn modelId="{E0305F5A-3E09-4114-8DE4-FCAACB1344C0}" type="presOf" srcId="{DFD4BF2C-85D3-49F4-999A-101ECF3740F1}" destId="{15897BF8-58A4-4FA3-8025-EE164BACB105}" srcOrd="0" destOrd="0" presId="urn:microsoft.com/office/officeart/2005/8/layout/vList3"/>
    <dgm:cxn modelId="{6F16977C-2106-4865-BFF6-858E13610389}" type="presOf" srcId="{293F7DB3-AB37-4F60-90DA-0E3C367EEE8D}" destId="{5FD8F163-348E-447E-973D-74ECA0E7A115}" srcOrd="0" destOrd="0" presId="urn:microsoft.com/office/officeart/2005/8/layout/vList3"/>
    <dgm:cxn modelId="{2B86D69F-5369-410F-9D6C-46874D4B4D58}" type="presOf" srcId="{A844B34C-0F7C-4B7D-9531-6202826900B1}" destId="{30C216C3-88ED-44F4-962D-99B05AC28773}" srcOrd="0" destOrd="0" presId="urn:microsoft.com/office/officeart/2005/8/layout/vList3"/>
    <dgm:cxn modelId="{244D9BA6-0591-47DC-84FD-C5AE3914E542}" srcId="{293F7DB3-AB37-4F60-90DA-0E3C367EEE8D}" destId="{DFD4BF2C-85D3-49F4-999A-101ECF3740F1}" srcOrd="0" destOrd="0" parTransId="{3DEF70AB-A21F-4DAF-8227-A59AB64E6A3C}" sibTransId="{7CE9C026-D82F-4694-B63E-5DAE624212FF}"/>
    <dgm:cxn modelId="{965C10FD-AFD6-477A-91D8-6C04056146B0}" srcId="{293F7DB3-AB37-4F60-90DA-0E3C367EEE8D}" destId="{A844B34C-0F7C-4B7D-9531-6202826900B1}" srcOrd="1" destOrd="0" parTransId="{3E311B49-5DD9-4DA1-B5AD-AF320BDA4018}" sibTransId="{0E46BD42-E33C-44F9-AD2C-FD8FC2ED43AB}"/>
    <dgm:cxn modelId="{695436EC-344F-45A9-A6E8-EC15EE0264CA}" type="presParOf" srcId="{5FD8F163-348E-447E-973D-74ECA0E7A115}" destId="{02F570F2-F840-42BB-9622-AE95CBF7A492}" srcOrd="0" destOrd="0" presId="urn:microsoft.com/office/officeart/2005/8/layout/vList3"/>
    <dgm:cxn modelId="{E5384D21-752D-4C2C-B6B3-8BC7C0F585AD}" type="presParOf" srcId="{02F570F2-F840-42BB-9622-AE95CBF7A492}" destId="{2CFD4133-1F17-4ED6-90DB-6941E21C5E59}" srcOrd="0" destOrd="0" presId="urn:microsoft.com/office/officeart/2005/8/layout/vList3"/>
    <dgm:cxn modelId="{94352F14-5455-4841-BD12-9C935D6D1CF1}" type="presParOf" srcId="{02F570F2-F840-42BB-9622-AE95CBF7A492}" destId="{15897BF8-58A4-4FA3-8025-EE164BACB105}" srcOrd="1" destOrd="0" presId="urn:microsoft.com/office/officeart/2005/8/layout/vList3"/>
    <dgm:cxn modelId="{58182E72-84DD-4638-9BD5-4948722703D1}" type="presParOf" srcId="{5FD8F163-348E-447E-973D-74ECA0E7A115}" destId="{8D9D01F3-F122-4D01-B23B-242172677D49}" srcOrd="1" destOrd="0" presId="urn:microsoft.com/office/officeart/2005/8/layout/vList3"/>
    <dgm:cxn modelId="{1D765D9E-E15D-4AD5-A5A1-AE0E715E948E}" type="presParOf" srcId="{5FD8F163-348E-447E-973D-74ECA0E7A115}" destId="{8B07D13B-7083-4840-B2CC-01FFA3A09C6A}" srcOrd="2" destOrd="0" presId="urn:microsoft.com/office/officeart/2005/8/layout/vList3"/>
    <dgm:cxn modelId="{98877809-2878-4250-ACF9-8E4CAC9E9C77}" type="presParOf" srcId="{8B07D13B-7083-4840-B2CC-01FFA3A09C6A}" destId="{536A3F54-3150-41AA-913A-45EE9B0FCB0F}" srcOrd="0" destOrd="0" presId="urn:microsoft.com/office/officeart/2005/8/layout/vList3"/>
    <dgm:cxn modelId="{03E9DE97-EEF6-466E-965B-769D785722C5}" type="presParOf" srcId="{8B07D13B-7083-4840-B2CC-01FFA3A09C6A}" destId="{30C216C3-88ED-44F4-962D-99B05AC2877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97BF8-58A4-4FA3-8025-EE164BACB105}">
      <dsp:nvSpPr>
        <dsp:cNvPr id="0" name=""/>
        <dsp:cNvSpPr/>
      </dsp:nvSpPr>
      <dsp:spPr>
        <a:xfrm rot="10800000">
          <a:off x="594515" y="78"/>
          <a:ext cx="1833115" cy="53116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228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kern="1200" dirty="0">
              <a:latin typeface="Oswald" panose="00000500000000000000" pitchFamily="2" charset="0"/>
            </a:rPr>
            <a:t>Modes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27306" y="78"/>
        <a:ext cx="1700324" cy="531163"/>
      </dsp:txXfrm>
    </dsp:sp>
    <dsp:sp modelId="{2CFD4133-1F17-4ED6-90DB-6941E21C5E59}">
      <dsp:nvSpPr>
        <dsp:cNvPr id="0" name=""/>
        <dsp:cNvSpPr/>
      </dsp:nvSpPr>
      <dsp:spPr>
        <a:xfrm>
          <a:off x="328933" y="78"/>
          <a:ext cx="531163" cy="531163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216C3-88ED-44F4-962D-99B05AC28773}">
      <dsp:nvSpPr>
        <dsp:cNvPr id="0" name=""/>
        <dsp:cNvSpPr/>
      </dsp:nvSpPr>
      <dsp:spPr>
        <a:xfrm rot="10800000">
          <a:off x="594515" y="689798"/>
          <a:ext cx="1833115" cy="53116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228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Categories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27306" y="689798"/>
        <a:ext cx="1700324" cy="531163"/>
      </dsp:txXfrm>
    </dsp:sp>
    <dsp:sp modelId="{536A3F54-3150-41AA-913A-45EE9B0FCB0F}">
      <dsp:nvSpPr>
        <dsp:cNvPr id="0" name=""/>
        <dsp:cNvSpPr/>
      </dsp:nvSpPr>
      <dsp:spPr>
        <a:xfrm>
          <a:off x="328933" y="689798"/>
          <a:ext cx="531163" cy="531163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81000" r="-81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97BF8-58A4-4FA3-8025-EE164BACB105}">
      <dsp:nvSpPr>
        <dsp:cNvPr id="0" name=""/>
        <dsp:cNvSpPr/>
      </dsp:nvSpPr>
      <dsp:spPr>
        <a:xfrm rot="10800000">
          <a:off x="602905" y="391"/>
          <a:ext cx="1912349" cy="61076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11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Oswald" panose="00000500000000000000" pitchFamily="2" charset="0"/>
            </a:rPr>
            <a:t>Filter By News Source</a:t>
          </a:r>
          <a:endParaRPr lang="en-IN" sz="1600" kern="1200" dirty="0">
            <a:latin typeface="Oswald" panose="00000500000000000000" pitchFamily="2" charset="0"/>
          </a:endParaRPr>
        </a:p>
      </dsp:txBody>
      <dsp:txXfrm rot="10800000">
        <a:off x="755596" y="391"/>
        <a:ext cx="1759658" cy="610766"/>
      </dsp:txXfrm>
    </dsp:sp>
    <dsp:sp modelId="{2CFD4133-1F17-4ED6-90DB-6941E21C5E59}">
      <dsp:nvSpPr>
        <dsp:cNvPr id="0" name=""/>
        <dsp:cNvSpPr/>
      </dsp:nvSpPr>
      <dsp:spPr>
        <a:xfrm>
          <a:off x="336559" y="31482"/>
          <a:ext cx="548584" cy="548584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216C3-88ED-44F4-962D-99B05AC28773}">
      <dsp:nvSpPr>
        <dsp:cNvPr id="0" name=""/>
        <dsp:cNvSpPr/>
      </dsp:nvSpPr>
      <dsp:spPr>
        <a:xfrm rot="10800000">
          <a:off x="614825" y="774914"/>
          <a:ext cx="1896456" cy="54858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Recently Viewed 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51971" y="774914"/>
        <a:ext cx="1759310" cy="548584"/>
      </dsp:txXfrm>
    </dsp:sp>
    <dsp:sp modelId="{536A3F54-3150-41AA-913A-45EE9B0FCB0F}">
      <dsp:nvSpPr>
        <dsp:cNvPr id="0" name=""/>
        <dsp:cNvSpPr/>
      </dsp:nvSpPr>
      <dsp:spPr>
        <a:xfrm>
          <a:off x="340532" y="774914"/>
          <a:ext cx="548584" cy="548584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3000" b="-3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97BF8-58A4-4FA3-8025-EE164BACB105}">
      <dsp:nvSpPr>
        <dsp:cNvPr id="0" name=""/>
        <dsp:cNvSpPr/>
      </dsp:nvSpPr>
      <dsp:spPr>
        <a:xfrm rot="10800000">
          <a:off x="579611" y="697"/>
          <a:ext cx="1727546" cy="57791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84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Search Options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24089" y="697"/>
        <a:ext cx="1583068" cy="577912"/>
      </dsp:txXfrm>
    </dsp:sp>
    <dsp:sp modelId="{2CFD4133-1F17-4ED6-90DB-6941E21C5E59}">
      <dsp:nvSpPr>
        <dsp:cNvPr id="0" name=""/>
        <dsp:cNvSpPr/>
      </dsp:nvSpPr>
      <dsp:spPr>
        <a:xfrm>
          <a:off x="290655" y="697"/>
          <a:ext cx="577912" cy="577912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216C3-88ED-44F4-962D-99B05AC28773}">
      <dsp:nvSpPr>
        <dsp:cNvPr id="0" name=""/>
        <dsp:cNvSpPr/>
      </dsp:nvSpPr>
      <dsp:spPr>
        <a:xfrm rot="10800000">
          <a:off x="579611" y="751120"/>
          <a:ext cx="1727546" cy="57791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84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Notifications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24089" y="751120"/>
        <a:ext cx="1583068" cy="577912"/>
      </dsp:txXfrm>
    </dsp:sp>
    <dsp:sp modelId="{536A3F54-3150-41AA-913A-45EE9B0FCB0F}">
      <dsp:nvSpPr>
        <dsp:cNvPr id="0" name=""/>
        <dsp:cNvSpPr/>
      </dsp:nvSpPr>
      <dsp:spPr>
        <a:xfrm>
          <a:off x="290655" y="751120"/>
          <a:ext cx="577912" cy="577912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50000" r="-50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97BF8-58A4-4FA3-8025-EE164BACB105}">
      <dsp:nvSpPr>
        <dsp:cNvPr id="0" name=""/>
        <dsp:cNvSpPr/>
      </dsp:nvSpPr>
      <dsp:spPr>
        <a:xfrm rot="10800000">
          <a:off x="619686" y="1021"/>
          <a:ext cx="1851060" cy="61376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65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Bookmarks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73128" y="1021"/>
        <a:ext cx="1697618" cy="613767"/>
      </dsp:txXfrm>
    </dsp:sp>
    <dsp:sp modelId="{2CFD4133-1F17-4ED6-90DB-6941E21C5E59}">
      <dsp:nvSpPr>
        <dsp:cNvPr id="0" name=""/>
        <dsp:cNvSpPr/>
      </dsp:nvSpPr>
      <dsp:spPr>
        <a:xfrm>
          <a:off x="312802" y="1021"/>
          <a:ext cx="613767" cy="61376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216C3-88ED-44F4-962D-99B05AC28773}">
      <dsp:nvSpPr>
        <dsp:cNvPr id="0" name=""/>
        <dsp:cNvSpPr/>
      </dsp:nvSpPr>
      <dsp:spPr>
        <a:xfrm rot="10800000">
          <a:off x="619686" y="798002"/>
          <a:ext cx="1851060" cy="61376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65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" panose="00000500000000000000" pitchFamily="2" charset="0"/>
            </a:rPr>
            <a:t>Share Options</a:t>
          </a:r>
          <a:endParaRPr lang="en-IN" sz="1800" kern="1200" dirty="0">
            <a:latin typeface="Oswald" panose="00000500000000000000" pitchFamily="2" charset="0"/>
          </a:endParaRPr>
        </a:p>
      </dsp:txBody>
      <dsp:txXfrm rot="10800000">
        <a:off x="773128" y="798002"/>
        <a:ext cx="1697618" cy="613767"/>
      </dsp:txXfrm>
    </dsp:sp>
    <dsp:sp modelId="{536A3F54-3150-41AA-913A-45EE9B0FCB0F}">
      <dsp:nvSpPr>
        <dsp:cNvPr id="0" name=""/>
        <dsp:cNvSpPr/>
      </dsp:nvSpPr>
      <dsp:spPr>
        <a:xfrm>
          <a:off x="312802" y="798002"/>
          <a:ext cx="613767" cy="613767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243f198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243f198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4988644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4988644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02948890c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02948890c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243f1988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0243f1988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d49886441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d49886441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03380fc6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03380fc6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03380fc63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03380fc63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03380fc63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03380fc63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3380fc63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3380fc63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03380fc63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03380fc63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6B0F13F7-910F-AC27-FEBC-6BBFD66A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03380fc632_0_105:notes">
            <a:extLst>
              <a:ext uri="{FF2B5EF4-FFF2-40B4-BE49-F238E27FC236}">
                <a16:creationId xmlns:a16="http://schemas.microsoft.com/office/drawing/2014/main" id="{13DD703C-120D-C897-E472-2041A3EF7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03380fc632_0_105:notes">
            <a:extLst>
              <a:ext uri="{FF2B5EF4-FFF2-40B4-BE49-F238E27FC236}">
                <a16:creationId xmlns:a16="http://schemas.microsoft.com/office/drawing/2014/main" id="{8A96F208-92C8-0576-123D-A672C15A8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40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277E45AE-335A-9CFF-0C1A-C6D5AF401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03380fc632_0_105:notes">
            <a:extLst>
              <a:ext uri="{FF2B5EF4-FFF2-40B4-BE49-F238E27FC236}">
                <a16:creationId xmlns:a16="http://schemas.microsoft.com/office/drawing/2014/main" id="{B1FAA99F-7DD2-9630-98BD-C58C49186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03380fc632_0_105:notes">
            <a:extLst>
              <a:ext uri="{FF2B5EF4-FFF2-40B4-BE49-F238E27FC236}">
                <a16:creationId xmlns:a16="http://schemas.microsoft.com/office/drawing/2014/main" id="{837ADE5F-CF4F-DAEC-0128-CABD7349B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20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5600" y="752125"/>
            <a:ext cx="3432900" cy="21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5000" b="1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5600" y="3190475"/>
            <a:ext cx="3758400" cy="2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 Vietnam"/>
              <a:buNone/>
              <a:defRPr b="1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 Vietnam"/>
              <a:buNone/>
              <a:defRPr sz="18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709350" y="4617213"/>
            <a:ext cx="7725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13" name="Google Shape;13;p2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25" y="1139525"/>
            <a:ext cx="7704000" cy="31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AutoNum type="arabicPeriod"/>
              <a:defRPr sz="1100"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6;p4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27" name="Google Shape;27;p4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2"/>
          </p:nvPr>
        </p:nvSpPr>
        <p:spPr>
          <a:xfrm>
            <a:off x="1510000" y="2508938"/>
            <a:ext cx="24399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1510000" y="3068939"/>
            <a:ext cx="2439900" cy="71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5194100" y="2508938"/>
            <a:ext cx="24399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5194100" y="3068939"/>
            <a:ext cx="2439900" cy="71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Google Shape;36;p5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5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8488" y="1340740"/>
            <a:ext cx="3876900" cy="14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28500" y="2907549"/>
            <a:ext cx="3876900" cy="8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7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50" name="Google Shape;50;p7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Google Shape;51;p7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354325" y="1365150"/>
            <a:ext cx="4074000" cy="24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 hasCustomPrompt="1"/>
          </p:nvPr>
        </p:nvSpPr>
        <p:spPr>
          <a:xfrm>
            <a:off x="715675" y="1403200"/>
            <a:ext cx="4535400" cy="16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1"/>
          </p:nvPr>
        </p:nvSpPr>
        <p:spPr>
          <a:xfrm>
            <a:off x="715675" y="3249803"/>
            <a:ext cx="4535400" cy="49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70" name="Google Shape;70;p11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1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72" name="Google Shape;72;p11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11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1593775" y="1500425"/>
            <a:ext cx="2323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2" hasCustomPrompt="1"/>
          </p:nvPr>
        </p:nvSpPr>
        <p:spPr>
          <a:xfrm>
            <a:off x="715675" y="1500413"/>
            <a:ext cx="878100" cy="969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93775" y="1985215"/>
            <a:ext cx="2323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/>
          </p:nvPr>
        </p:nvSpPr>
        <p:spPr>
          <a:xfrm>
            <a:off x="5737351" y="1500410"/>
            <a:ext cx="2329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4859250" y="1500413"/>
            <a:ext cx="878100" cy="969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5"/>
          </p:nvPr>
        </p:nvSpPr>
        <p:spPr>
          <a:xfrm>
            <a:off x="5737350" y="1985202"/>
            <a:ext cx="232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/>
          </p:nvPr>
        </p:nvSpPr>
        <p:spPr>
          <a:xfrm>
            <a:off x="1593775" y="3059760"/>
            <a:ext cx="2323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715675" y="3058984"/>
            <a:ext cx="878100" cy="969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8"/>
          </p:nvPr>
        </p:nvSpPr>
        <p:spPr>
          <a:xfrm>
            <a:off x="1593775" y="3544550"/>
            <a:ext cx="2323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9"/>
          </p:nvPr>
        </p:nvSpPr>
        <p:spPr>
          <a:xfrm>
            <a:off x="5737351" y="3059735"/>
            <a:ext cx="2329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9250" y="3058984"/>
            <a:ext cx="878100" cy="969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4"/>
          </p:nvPr>
        </p:nvSpPr>
        <p:spPr>
          <a:xfrm>
            <a:off x="5737350" y="3544549"/>
            <a:ext cx="232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5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13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3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13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720000" y="1170250"/>
            <a:ext cx="354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720000" y="1913600"/>
            <a:ext cx="3118800" cy="21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Google Shape;118;p17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17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" name="Google Shape;124;p18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8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715713" y="2449904"/>
            <a:ext cx="2072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715725" y="2996372"/>
            <a:ext cx="2072400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 idx="2"/>
          </p:nvPr>
        </p:nvSpPr>
        <p:spPr>
          <a:xfrm>
            <a:off x="3535820" y="2449904"/>
            <a:ext cx="2072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3535826" y="2996372"/>
            <a:ext cx="2072400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 idx="4"/>
          </p:nvPr>
        </p:nvSpPr>
        <p:spPr>
          <a:xfrm>
            <a:off x="6355927" y="2449904"/>
            <a:ext cx="207240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5"/>
          </p:nvPr>
        </p:nvSpPr>
        <p:spPr>
          <a:xfrm>
            <a:off x="6355926" y="2996372"/>
            <a:ext cx="2072400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 idx="6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3" name="Google Shape;163;p22"/>
          <p:cNvCxnSpPr/>
          <p:nvPr/>
        </p:nvCxnSpPr>
        <p:spPr>
          <a:xfrm>
            <a:off x="1065400" y="4617225"/>
            <a:ext cx="7375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2"/>
          <p:cNvSpPr txBox="1"/>
          <p:nvPr/>
        </p:nvSpPr>
        <p:spPr>
          <a:xfrm>
            <a:off x="8018300" y="404500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165" name="Google Shape;165;p22"/>
          <p:cNvCxnSpPr/>
          <p:nvPr/>
        </p:nvCxnSpPr>
        <p:spPr>
          <a:xfrm>
            <a:off x="709400" y="526288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/>
          <p:nvPr/>
        </p:nvSpPr>
        <p:spPr>
          <a:xfrm>
            <a:off x="709300" y="449542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Google Shape;231;p28"/>
          <p:cNvCxnSpPr/>
          <p:nvPr/>
        </p:nvCxnSpPr>
        <p:spPr>
          <a:xfrm>
            <a:off x="709350" y="4568875"/>
            <a:ext cx="7725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p28"/>
          <p:cNvSpPr txBox="1"/>
          <p:nvPr/>
        </p:nvSpPr>
        <p:spPr>
          <a:xfrm>
            <a:off x="8018300" y="399325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233" name="Google Shape;233;p28"/>
          <p:cNvCxnSpPr>
            <a:endCxn id="232" idx="1"/>
          </p:cNvCxnSpPr>
          <p:nvPr/>
        </p:nvCxnSpPr>
        <p:spPr>
          <a:xfrm>
            <a:off x="709400" y="521125"/>
            <a:ext cx="730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8018350" y="399325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236" name="Google Shape;236;p29"/>
          <p:cNvCxnSpPr>
            <a:endCxn id="235" idx="1"/>
          </p:cNvCxnSpPr>
          <p:nvPr/>
        </p:nvCxnSpPr>
        <p:spPr>
          <a:xfrm>
            <a:off x="725650" y="521125"/>
            <a:ext cx="7292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9"/>
          <p:cNvCxnSpPr/>
          <p:nvPr/>
        </p:nvCxnSpPr>
        <p:spPr>
          <a:xfrm>
            <a:off x="3482975" y="3928200"/>
            <a:ext cx="0" cy="65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9"/>
          <p:cNvCxnSpPr/>
          <p:nvPr/>
        </p:nvCxnSpPr>
        <p:spPr>
          <a:xfrm>
            <a:off x="715675" y="3938075"/>
            <a:ext cx="7687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9"/>
          <p:cNvCxnSpPr/>
          <p:nvPr/>
        </p:nvCxnSpPr>
        <p:spPr>
          <a:xfrm>
            <a:off x="709350" y="4568875"/>
            <a:ext cx="7725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7" r:id="rId6"/>
    <p:sldLayoutId id="2147483658" r:id="rId7"/>
    <p:sldLayoutId id="2147483659" r:id="rId8"/>
    <p:sldLayoutId id="2147483663" r:id="rId9"/>
    <p:sldLayoutId id="2147483664" r:id="rId10"/>
    <p:sldLayoutId id="2147483668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pixabay.com/en/news-headlines-newsletter-97862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>
            <a:spLocks noGrp="1"/>
          </p:cNvSpPr>
          <p:nvPr>
            <p:ph type="ctrTitle"/>
          </p:nvPr>
        </p:nvSpPr>
        <p:spPr>
          <a:xfrm>
            <a:off x="710620" y="874365"/>
            <a:ext cx="3433762" cy="2111375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5300" dirty="0"/>
              <a:t>News </a:t>
            </a:r>
            <a:br>
              <a:rPr lang="en-IN" sz="5300" dirty="0"/>
            </a:br>
            <a:r>
              <a:rPr lang="en-IN" sz="5300" dirty="0"/>
              <a:t>Aggregator</a:t>
            </a:r>
          </a:p>
        </p:txBody>
      </p:sp>
      <p:sp>
        <p:nvSpPr>
          <p:cNvPr id="254" name="Google Shape;254;p33"/>
          <p:cNvSpPr txBox="1">
            <a:spLocks noGrp="1"/>
          </p:cNvSpPr>
          <p:nvPr>
            <p:ph type="subTitle" idx="1"/>
          </p:nvPr>
        </p:nvSpPr>
        <p:spPr>
          <a:xfrm>
            <a:off x="639762" y="3298477"/>
            <a:ext cx="4164193" cy="242888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 Live News Website Made With </a:t>
            </a:r>
            <a:r>
              <a:rPr lang="en-US" dirty="0" err="1"/>
              <a:t>React.Js</a:t>
            </a:r>
            <a:endParaRPr lang="en-US" dirty="0"/>
          </a:p>
        </p:txBody>
      </p:sp>
      <p:cxnSp>
        <p:nvCxnSpPr>
          <p:cNvPr id="255" name="Google Shape;255;p33"/>
          <p:cNvCxnSpPr>
            <a:cxnSpLocks/>
          </p:cNvCxnSpPr>
          <p:nvPr/>
        </p:nvCxnSpPr>
        <p:spPr>
          <a:xfrm>
            <a:off x="705514" y="3159348"/>
            <a:ext cx="402144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3"/>
          <p:cNvCxnSpPr>
            <a:cxnSpLocks/>
          </p:cNvCxnSpPr>
          <p:nvPr/>
        </p:nvCxnSpPr>
        <p:spPr>
          <a:xfrm>
            <a:off x="672638" y="3688245"/>
            <a:ext cx="408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D873DF9-C7C2-DDFA-32AF-2EDE9E37264E}"/>
              </a:ext>
            </a:extLst>
          </p:cNvPr>
          <p:cNvSpPr/>
          <p:nvPr/>
        </p:nvSpPr>
        <p:spPr>
          <a:xfrm>
            <a:off x="8118762" y="406400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D8935-7C95-5AD1-AF16-B0FF28905D6E}"/>
              </a:ext>
            </a:extLst>
          </p:cNvPr>
          <p:cNvSpPr/>
          <p:nvPr/>
        </p:nvSpPr>
        <p:spPr>
          <a:xfrm>
            <a:off x="289212" y="4489450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44B250-D572-122F-CFFE-6112E5D0C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74905" y="1237939"/>
            <a:ext cx="4194786" cy="2667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1"/>
          </p:nvPr>
        </p:nvSpPr>
        <p:spPr>
          <a:xfrm>
            <a:off x="485776" y="1417248"/>
            <a:ext cx="7704000" cy="2965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indent="0">
              <a:buNone/>
            </a:pPr>
            <a:endParaRPr lang="en-US" sz="1800" b="1" dirty="0">
              <a:latin typeface="Oswald" panose="00000500000000000000" pitchFamily="2" charset="0"/>
            </a:endParaRPr>
          </a:p>
          <a:p>
            <a:pPr marL="438150" indent="-285750" algn="just">
              <a:buFont typeface="Wingdings" panose="05000000000000000000" pitchFamily="2" charset="2"/>
              <a:buChar char="Ø"/>
            </a:pPr>
            <a:endParaRPr lang="en-US" sz="1700" dirty="0">
              <a:latin typeface="Public Sans" panose="020B0604020202020204" charset="0"/>
            </a:endParaRPr>
          </a:p>
          <a:p>
            <a:pPr marL="4381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A </a:t>
            </a:r>
            <a:r>
              <a:rPr lang="en-US" sz="1600" b="1" dirty="0"/>
              <a:t>News Aggregator</a:t>
            </a:r>
            <a:r>
              <a:rPr lang="en-US" sz="1600" dirty="0"/>
              <a:t> is an application or website that </a:t>
            </a:r>
            <a:r>
              <a:rPr lang="en-US" sz="1600" b="1" dirty="0"/>
              <a:t>collects news articles from multiple sources</a:t>
            </a:r>
            <a:r>
              <a:rPr lang="en-US" sz="1600" dirty="0"/>
              <a:t> and presents them in one centralized platform.</a:t>
            </a:r>
            <a:endParaRPr lang="en-US" sz="1600" dirty="0">
              <a:latin typeface="Public Sans" panose="020B0604020202020204" charset="0"/>
            </a:endParaRPr>
          </a:p>
          <a:p>
            <a:pPr marL="4381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Public Sans" panose="020B0604020202020204" charset="0"/>
              </a:rPr>
              <a:t>A modern and responsive web application built using React.js.</a:t>
            </a:r>
          </a:p>
          <a:p>
            <a:pPr marL="4381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Public Sans" panose="020B0604020202020204" charset="0"/>
              </a:rPr>
              <a:t>Aggregates real-time news articles from trusted sources such as BBC, CNN, Reuters, The New York Times, and more.</a:t>
            </a:r>
          </a:p>
          <a:p>
            <a:pPr marL="4381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Public Sans" panose="020B0604020202020204" charset="0"/>
              </a:rPr>
              <a:t>Provides a centralized platform where users can explore news across multiple categories like Business, Technology, Health, Sports, and Entertainment.</a:t>
            </a:r>
          </a:p>
          <a:p>
            <a:pPr marL="4381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Public Sans" panose="020B0604020202020204" charset="0"/>
              </a:rPr>
              <a:t>Features an intuitive user interface with category filters, search functionality, and bookmarks for personalized news access.</a:t>
            </a:r>
          </a:p>
          <a:p>
            <a:pPr marL="438150" indent="-285750" algn="just">
              <a:buFont typeface="Wingdings" panose="05000000000000000000" pitchFamily="2" charset="2"/>
              <a:buChar char="Ø"/>
            </a:pPr>
            <a:endParaRPr lang="en-US" sz="1600" dirty="0">
              <a:latin typeface="Public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EAB1A-0A9D-BFEF-C9D4-FE170AE6624D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357EA9-488C-3986-0AC5-A41C50770D12}"/>
              </a:ext>
            </a:extLst>
          </p:cNvPr>
          <p:cNvSpPr/>
          <p:nvPr/>
        </p:nvSpPr>
        <p:spPr>
          <a:xfrm>
            <a:off x="8103637" y="356271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633712-2875-4BB2-AD86-CA20FD9FAED0}"/>
              </a:ext>
            </a:extLst>
          </p:cNvPr>
          <p:cNvSpPr txBox="1"/>
          <p:nvPr/>
        </p:nvSpPr>
        <p:spPr>
          <a:xfrm>
            <a:off x="776721" y="11776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 algn="just">
              <a:buNone/>
            </a:pPr>
            <a:r>
              <a:rPr lang="en-US" sz="1800" b="1" dirty="0" err="1">
                <a:latin typeface="Public Sans" panose="020B0604020202020204" charset="0"/>
              </a:rPr>
              <a:t>NewsHub</a:t>
            </a:r>
            <a:r>
              <a:rPr lang="en-US" sz="1800" b="1" dirty="0">
                <a:latin typeface="Public Sans" panose="020B0604020202020204" charset="0"/>
              </a:rPr>
              <a:t> – React News Aggregator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1593775" y="1500425"/>
            <a:ext cx="2323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Centralize News </a:t>
            </a:r>
            <a:endParaRPr dirty="0"/>
          </a:p>
        </p:txBody>
      </p:sp>
      <p:sp>
        <p:nvSpPr>
          <p:cNvPr id="272" name="Google Shape;272;p35"/>
          <p:cNvSpPr txBox="1">
            <a:spLocks noGrp="1"/>
          </p:cNvSpPr>
          <p:nvPr>
            <p:ph type="title" idx="2"/>
          </p:nvPr>
        </p:nvSpPr>
        <p:spPr>
          <a:xfrm>
            <a:off x="715675" y="1500413"/>
            <a:ext cx="8781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subTitle" idx="1"/>
          </p:nvPr>
        </p:nvSpPr>
        <p:spPr>
          <a:xfrm>
            <a:off x="1593775" y="1985215"/>
            <a:ext cx="2323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multiple </a:t>
            </a:r>
            <a:r>
              <a:rPr lang="fr-FR" dirty="0" err="1"/>
              <a:t>trusted</a:t>
            </a:r>
            <a:r>
              <a:rPr lang="fr-FR" dirty="0"/>
              <a:t> sources (BBC, CNN, Reuters, etc.).</a:t>
            </a:r>
            <a:endParaRPr dirty="0"/>
          </a:p>
        </p:txBody>
      </p:sp>
      <p:sp>
        <p:nvSpPr>
          <p:cNvPr id="274" name="Google Shape;274;p35"/>
          <p:cNvSpPr txBox="1">
            <a:spLocks noGrp="1"/>
          </p:cNvSpPr>
          <p:nvPr>
            <p:ph type="title" idx="3"/>
          </p:nvPr>
        </p:nvSpPr>
        <p:spPr>
          <a:xfrm>
            <a:off x="5733425" y="1490811"/>
            <a:ext cx="2841802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Category-based Filtering</a:t>
            </a:r>
            <a:endParaRPr dirty="0"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 idx="4"/>
          </p:nvPr>
        </p:nvSpPr>
        <p:spPr>
          <a:xfrm>
            <a:off x="4859250" y="1500413"/>
            <a:ext cx="8781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276" name="Google Shape;276;p35"/>
          <p:cNvSpPr txBox="1">
            <a:spLocks noGrp="1"/>
          </p:cNvSpPr>
          <p:nvPr>
            <p:ph type="subTitle" idx="5"/>
          </p:nvPr>
        </p:nvSpPr>
        <p:spPr>
          <a:xfrm>
            <a:off x="5737350" y="1985202"/>
            <a:ext cx="232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Technology, Business, Sports, Health, etc.</a:t>
            </a:r>
            <a:endParaRPr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title" idx="6"/>
          </p:nvPr>
        </p:nvSpPr>
        <p:spPr>
          <a:xfrm>
            <a:off x="1593774" y="3059760"/>
            <a:ext cx="2640295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Bookmarking of Articles</a:t>
            </a: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title" idx="7"/>
          </p:nvPr>
        </p:nvSpPr>
        <p:spPr>
          <a:xfrm>
            <a:off x="715675" y="3058984"/>
            <a:ext cx="8781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ubTitle" idx="8"/>
          </p:nvPr>
        </p:nvSpPr>
        <p:spPr>
          <a:xfrm>
            <a:off x="1593775" y="3544550"/>
            <a:ext cx="2323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</a:t>
            </a:r>
            <a:r>
              <a:rPr lang="en" dirty="0"/>
              <a:t>or later reading purposes</a:t>
            </a:r>
            <a:endParaRPr dirty="0"/>
          </a:p>
        </p:txBody>
      </p:sp>
      <p:sp>
        <p:nvSpPr>
          <p:cNvPr id="280" name="Google Shape;280;p35"/>
          <p:cNvSpPr txBox="1">
            <a:spLocks noGrp="1"/>
          </p:cNvSpPr>
          <p:nvPr>
            <p:ph type="title" idx="9"/>
          </p:nvPr>
        </p:nvSpPr>
        <p:spPr>
          <a:xfrm>
            <a:off x="5737351" y="3059735"/>
            <a:ext cx="23292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Real-time search </a:t>
            </a:r>
            <a:endParaRPr dirty="0"/>
          </a:p>
        </p:txBody>
      </p:sp>
      <p:sp>
        <p:nvSpPr>
          <p:cNvPr id="281" name="Google Shape;281;p35"/>
          <p:cNvSpPr txBox="1">
            <a:spLocks noGrp="1"/>
          </p:cNvSpPr>
          <p:nvPr>
            <p:ph type="title" idx="13"/>
          </p:nvPr>
        </p:nvSpPr>
        <p:spPr>
          <a:xfrm>
            <a:off x="4859250" y="3058984"/>
            <a:ext cx="8781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subTitle" idx="14"/>
          </p:nvPr>
        </p:nvSpPr>
        <p:spPr>
          <a:xfrm>
            <a:off x="5737350" y="3544549"/>
            <a:ext cx="232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To maintain search history.</a:t>
            </a:r>
            <a:endParaRPr dirty="0"/>
          </a:p>
        </p:txBody>
      </p:sp>
      <p:sp>
        <p:nvSpPr>
          <p:cNvPr id="283" name="Google Shape;283;p35"/>
          <p:cNvSpPr txBox="1">
            <a:spLocks noGrp="1"/>
          </p:cNvSpPr>
          <p:nvPr>
            <p:ph type="title" idx="15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/>
                <a:ea typeface="Oswald"/>
                <a:cs typeface="Oswald"/>
                <a:sym typeface="Oswald"/>
              </a:rPr>
              <a:t>Objectives </a:t>
            </a:r>
            <a:endParaRPr b="1" dirty="0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84" name="Google Shape;284;p35"/>
          <p:cNvCxnSpPr/>
          <p:nvPr/>
        </p:nvCxnSpPr>
        <p:spPr>
          <a:xfrm>
            <a:off x="1599760" y="1879975"/>
            <a:ext cx="233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35"/>
          <p:cNvCxnSpPr/>
          <p:nvPr/>
        </p:nvCxnSpPr>
        <p:spPr>
          <a:xfrm>
            <a:off x="1599760" y="3431950"/>
            <a:ext cx="233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35"/>
          <p:cNvCxnSpPr/>
          <p:nvPr/>
        </p:nvCxnSpPr>
        <p:spPr>
          <a:xfrm>
            <a:off x="5733425" y="1879975"/>
            <a:ext cx="233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5"/>
          <p:cNvCxnSpPr/>
          <p:nvPr/>
        </p:nvCxnSpPr>
        <p:spPr>
          <a:xfrm>
            <a:off x="5733425" y="3431950"/>
            <a:ext cx="233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D81FA8E-BF2A-AABB-9FE6-0440D265E335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7B2961-96CF-D9DA-0D28-8C154A0CEFD5}"/>
              </a:ext>
            </a:extLst>
          </p:cNvPr>
          <p:cNvSpPr/>
          <p:nvPr/>
        </p:nvSpPr>
        <p:spPr>
          <a:xfrm>
            <a:off x="8107937" y="421573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C2F11-CCE3-7E1C-F40C-E5F30FD94C31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BA788-5748-6156-8D66-EA246E6B71F5}"/>
              </a:ext>
            </a:extLst>
          </p:cNvPr>
          <p:cNvSpPr/>
          <p:nvPr/>
        </p:nvSpPr>
        <p:spPr>
          <a:xfrm>
            <a:off x="8143387" y="370778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55" name="Diagram 54">
            <a:extLst>
              <a:ext uri="{FF2B5EF4-FFF2-40B4-BE49-F238E27FC236}">
                <a16:creationId xmlns:a16="http://schemas.microsoft.com/office/drawing/2014/main" id="{33AD22C9-47E4-2FE0-29FE-A273858E9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389102"/>
              </p:ext>
            </p:extLst>
          </p:nvPr>
        </p:nvGraphicFramePr>
        <p:xfrm>
          <a:off x="424785" y="1283945"/>
          <a:ext cx="2756565" cy="1221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8" name="Diagram 57">
            <a:extLst>
              <a:ext uri="{FF2B5EF4-FFF2-40B4-BE49-F238E27FC236}">
                <a16:creationId xmlns:a16="http://schemas.microsoft.com/office/drawing/2014/main" id="{E3141ACF-685D-5974-4BC2-73FD57B2B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5688792"/>
              </p:ext>
            </p:extLst>
          </p:nvPr>
        </p:nvGraphicFramePr>
        <p:xfrm>
          <a:off x="1974517" y="2931347"/>
          <a:ext cx="2851815" cy="1323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59" name="Diagram 58">
            <a:extLst>
              <a:ext uri="{FF2B5EF4-FFF2-40B4-BE49-F238E27FC236}">
                <a16:creationId xmlns:a16="http://schemas.microsoft.com/office/drawing/2014/main" id="{08382967-FDC7-DD58-A3E3-B0738B2CA1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6426528"/>
              </p:ext>
            </p:extLst>
          </p:nvPr>
        </p:nvGraphicFramePr>
        <p:xfrm>
          <a:off x="4080803" y="1283945"/>
          <a:ext cx="2597814" cy="1329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EB3F35EA-FB44-1FA4-9CF4-5634755E2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577096"/>
              </p:ext>
            </p:extLst>
          </p:nvPr>
        </p:nvGraphicFramePr>
        <p:xfrm>
          <a:off x="5674975" y="2931347"/>
          <a:ext cx="2783549" cy="1412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>
            <a:spLocks noGrp="1"/>
          </p:cNvSpPr>
          <p:nvPr>
            <p:ph type="title"/>
          </p:nvPr>
        </p:nvSpPr>
        <p:spPr>
          <a:xfrm>
            <a:off x="709300" y="535600"/>
            <a:ext cx="354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Structure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13F4FB-CC1E-47A5-2AFD-742C14AAA72F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C5369-9137-6753-8E23-BC127FC353BE}"/>
              </a:ext>
            </a:extLst>
          </p:cNvPr>
          <p:cNvSpPr/>
          <p:nvPr/>
        </p:nvSpPr>
        <p:spPr>
          <a:xfrm>
            <a:off x="8136189" y="427650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7A005-8A2D-2617-11D9-A5E68D59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00" y="1187450"/>
            <a:ext cx="2391600" cy="318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>
            <a:spLocks noGrp="1"/>
          </p:cNvSpPr>
          <p:nvPr>
            <p:ph type="title" idx="6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Development Process </a:t>
            </a:r>
            <a:endParaRPr dirty="0"/>
          </a:p>
        </p:txBody>
      </p:sp>
      <p:sp>
        <p:nvSpPr>
          <p:cNvPr id="351" name="Google Shape;351;p41"/>
          <p:cNvSpPr txBox="1">
            <a:spLocks noGrp="1"/>
          </p:cNvSpPr>
          <p:nvPr>
            <p:ph type="title"/>
          </p:nvPr>
        </p:nvSpPr>
        <p:spPr>
          <a:xfrm>
            <a:off x="137875" y="1416022"/>
            <a:ext cx="2360160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Step 1 : </a:t>
            </a:r>
            <a:r>
              <a:rPr lang="en-IN" dirty="0"/>
              <a:t>Project Setup</a:t>
            </a:r>
            <a:endParaRPr dirty="0"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1"/>
          </p:nvPr>
        </p:nvSpPr>
        <p:spPr>
          <a:xfrm>
            <a:off x="137875" y="1884571"/>
            <a:ext cx="2746367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Initialized using React.js with create-react-app and dependencies were installed in </a:t>
            </a:r>
            <a:r>
              <a:rPr lang="en-US" dirty="0" err="1"/>
              <a:t>package.json</a:t>
            </a:r>
            <a:endParaRPr dirty="0"/>
          </a:p>
        </p:txBody>
      </p:sp>
      <p:sp>
        <p:nvSpPr>
          <p:cNvPr id="353" name="Google Shape;353;p41"/>
          <p:cNvSpPr txBox="1">
            <a:spLocks noGrp="1"/>
          </p:cNvSpPr>
          <p:nvPr>
            <p:ph type="title" idx="2"/>
          </p:nvPr>
        </p:nvSpPr>
        <p:spPr>
          <a:xfrm>
            <a:off x="3110369" y="1420088"/>
            <a:ext cx="2360159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" dirty="0"/>
              <a:t>Step 2 : </a:t>
            </a:r>
            <a:r>
              <a:rPr lang="en-IN" dirty="0"/>
              <a:t>UI/UX Design</a:t>
            </a:r>
            <a:endParaRPr dirty="0"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3"/>
          </p:nvPr>
        </p:nvSpPr>
        <p:spPr>
          <a:xfrm>
            <a:off x="3048840" y="1887333"/>
            <a:ext cx="2656160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Responsive layout was created with App.css and components were designed for navigation </a:t>
            </a:r>
            <a:endParaRPr dirty="0"/>
          </a:p>
        </p:txBody>
      </p:sp>
      <p:sp>
        <p:nvSpPr>
          <p:cNvPr id="355" name="Google Shape;355;p41"/>
          <p:cNvSpPr txBox="1">
            <a:spLocks noGrp="1"/>
          </p:cNvSpPr>
          <p:nvPr>
            <p:ph type="title" idx="4"/>
          </p:nvPr>
        </p:nvSpPr>
        <p:spPr>
          <a:xfrm>
            <a:off x="5910408" y="1416022"/>
            <a:ext cx="2701623" cy="2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" dirty="0"/>
              <a:t>Step 3 : </a:t>
            </a:r>
            <a:r>
              <a:rPr lang="en-IN" dirty="0"/>
              <a:t>Core Functionality</a:t>
            </a:r>
            <a:endParaRPr dirty="0"/>
          </a:p>
        </p:txBody>
      </p:sp>
      <p:sp>
        <p:nvSpPr>
          <p:cNvPr id="356" name="Google Shape;356;p41"/>
          <p:cNvSpPr txBox="1">
            <a:spLocks noGrp="1"/>
          </p:cNvSpPr>
          <p:nvPr>
            <p:ph type="subTitle" idx="5"/>
          </p:nvPr>
        </p:nvSpPr>
        <p:spPr>
          <a:xfrm>
            <a:off x="6067713" y="1884571"/>
            <a:ext cx="2387012" cy="83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News articles are fetched from </a:t>
            </a:r>
            <a:r>
              <a:rPr lang="en-US" b="1" dirty="0" err="1"/>
              <a:t>NewsAPI</a:t>
            </a:r>
            <a:r>
              <a:rPr lang="en-US" dirty="0"/>
              <a:t> using an API key and </a:t>
            </a:r>
            <a:r>
              <a:rPr lang="en-IN" dirty="0"/>
              <a:t>Features implemented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7E9ADB-BE07-DF41-C7B9-1AB60D2C5EE5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05972-0C5A-3AAF-429F-D191D83BA547}"/>
              </a:ext>
            </a:extLst>
          </p:cNvPr>
          <p:cNvSpPr/>
          <p:nvPr/>
        </p:nvSpPr>
        <p:spPr>
          <a:xfrm>
            <a:off x="8085635" y="385859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Google Shape;351;p41">
            <a:extLst>
              <a:ext uri="{FF2B5EF4-FFF2-40B4-BE49-F238E27FC236}">
                <a16:creationId xmlns:a16="http://schemas.microsoft.com/office/drawing/2014/main" id="{AFCCACC2-6F7B-917B-E13A-CD445CBEFE55}"/>
              </a:ext>
            </a:extLst>
          </p:cNvPr>
          <p:cNvSpPr txBox="1">
            <a:spLocks/>
          </p:cNvSpPr>
          <p:nvPr/>
        </p:nvSpPr>
        <p:spPr>
          <a:xfrm>
            <a:off x="4572000" y="2953969"/>
            <a:ext cx="3327292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IN" dirty="0"/>
              <a:t>Step 5 : Testing &amp; Deployment</a:t>
            </a:r>
          </a:p>
        </p:txBody>
      </p:sp>
      <p:sp>
        <p:nvSpPr>
          <p:cNvPr id="5" name="Google Shape;351;p41">
            <a:extLst>
              <a:ext uri="{FF2B5EF4-FFF2-40B4-BE49-F238E27FC236}">
                <a16:creationId xmlns:a16="http://schemas.microsoft.com/office/drawing/2014/main" id="{5EBD131A-785E-FC40-BA0E-3FAA40F16603}"/>
              </a:ext>
            </a:extLst>
          </p:cNvPr>
          <p:cNvSpPr txBox="1">
            <a:spLocks/>
          </p:cNvSpPr>
          <p:nvPr/>
        </p:nvSpPr>
        <p:spPr>
          <a:xfrm>
            <a:off x="1626711" y="2953969"/>
            <a:ext cx="2413445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1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IN" dirty="0"/>
              <a:t>Step 4 : Enhancements</a:t>
            </a:r>
          </a:p>
        </p:txBody>
      </p:sp>
      <p:sp>
        <p:nvSpPr>
          <p:cNvPr id="6" name="Google Shape;352;p41">
            <a:extLst>
              <a:ext uri="{FF2B5EF4-FFF2-40B4-BE49-F238E27FC236}">
                <a16:creationId xmlns:a16="http://schemas.microsoft.com/office/drawing/2014/main" id="{40A95546-0EFD-4F63-0E8B-1D6AD55E5EB5}"/>
              </a:ext>
            </a:extLst>
          </p:cNvPr>
          <p:cNvSpPr txBox="1">
            <a:spLocks/>
          </p:cNvSpPr>
          <p:nvPr/>
        </p:nvSpPr>
        <p:spPr>
          <a:xfrm>
            <a:off x="1797233" y="3273368"/>
            <a:ext cx="20724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marL="0" indent="0"/>
            <a:r>
              <a:rPr lang="es-ES" dirty="0" err="1"/>
              <a:t>Advanced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</a:t>
            </a:r>
            <a:r>
              <a:rPr lang="es-ES" dirty="0" err="1"/>
              <a:t>were</a:t>
            </a:r>
            <a:r>
              <a:rPr lang="es-ES" dirty="0"/>
              <a:t> </a:t>
            </a:r>
            <a:r>
              <a:rPr lang="es-ES" dirty="0" err="1"/>
              <a:t>integrated</a:t>
            </a:r>
            <a:r>
              <a:rPr lang="es-ES" dirty="0"/>
              <a:t> and local </a:t>
            </a:r>
            <a:r>
              <a:rPr lang="es-ES" dirty="0" err="1"/>
              <a:t>storage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used</a:t>
            </a:r>
            <a:endParaRPr lang="es-ES" dirty="0"/>
          </a:p>
        </p:txBody>
      </p:sp>
      <p:sp>
        <p:nvSpPr>
          <p:cNvPr id="7" name="Google Shape;352;p41">
            <a:extLst>
              <a:ext uri="{FF2B5EF4-FFF2-40B4-BE49-F238E27FC236}">
                <a16:creationId xmlns:a16="http://schemas.microsoft.com/office/drawing/2014/main" id="{B3D83CE6-FDAB-5C09-2E0A-C52C95570CF5}"/>
              </a:ext>
            </a:extLst>
          </p:cNvPr>
          <p:cNvSpPr txBox="1">
            <a:spLocks/>
          </p:cNvSpPr>
          <p:nvPr/>
        </p:nvSpPr>
        <p:spPr>
          <a:xfrm>
            <a:off x="5199446" y="3378314"/>
            <a:ext cx="20724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sz="14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marL="0" indent="0"/>
            <a:r>
              <a:rPr lang="en-US" dirty="0"/>
              <a:t>Loading/error states were added, along with animations for smooth UX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1FC9E0-410C-3C8E-A711-4616A0D2C422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2F3D2-CE12-AB68-351D-0D0EF0778762}"/>
              </a:ext>
            </a:extLst>
          </p:cNvPr>
          <p:cNvSpPr/>
          <p:nvPr/>
        </p:nvSpPr>
        <p:spPr>
          <a:xfrm>
            <a:off x="8077825" y="407949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C2B83-4C02-3925-C8DE-406332DA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3941"/>
            <a:ext cx="8009154" cy="4260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0B8149-EEFD-C2BB-8542-287C280441AE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D1C3AA-EA80-86DA-D9B3-C0E71773922C}"/>
              </a:ext>
            </a:extLst>
          </p:cNvPr>
          <p:cNvSpPr/>
          <p:nvPr/>
        </p:nvSpPr>
        <p:spPr>
          <a:xfrm>
            <a:off x="8128519" y="3912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BCE7B3-DA01-73F3-FDC6-294A74A7B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679160"/>
            <a:ext cx="7939319" cy="4269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5"/>
          <p:cNvSpPr txBox="1"/>
          <p:nvPr/>
        </p:nvSpPr>
        <p:spPr>
          <a:xfrm>
            <a:off x="8018350" y="399325"/>
            <a:ext cx="416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2022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24" name="Google Shape;424;p45"/>
          <p:cNvSpPr txBox="1"/>
          <p:nvPr/>
        </p:nvSpPr>
        <p:spPr>
          <a:xfrm>
            <a:off x="709300" y="4447075"/>
            <a:ext cx="3561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Oswald Medium"/>
                <a:ea typeface="Oswald Medium"/>
                <a:cs typeface="Oswald Medium"/>
                <a:sym typeface="Oswald Medium"/>
              </a:rPr>
              <a:t>001</a:t>
            </a:r>
            <a:endParaRPr sz="1200">
              <a:solidFill>
                <a:srgbClr val="191919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cxnSp>
        <p:nvCxnSpPr>
          <p:cNvPr id="425" name="Google Shape;425;p45"/>
          <p:cNvCxnSpPr>
            <a:endCxn id="423" idx="1"/>
          </p:cNvCxnSpPr>
          <p:nvPr/>
        </p:nvCxnSpPr>
        <p:spPr>
          <a:xfrm>
            <a:off x="725650" y="521125"/>
            <a:ext cx="7292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45"/>
          <p:cNvCxnSpPr>
            <a:stCxn id="424" idx="3"/>
          </p:cNvCxnSpPr>
          <p:nvPr/>
        </p:nvCxnSpPr>
        <p:spPr>
          <a:xfrm>
            <a:off x="1065400" y="4568875"/>
            <a:ext cx="7375500" cy="0"/>
          </a:xfrm>
          <a:prstGeom prst="straightConnector1">
            <a:avLst/>
          </a:prstGeom>
          <a:noFill/>
          <a:ln w="19050" cap="flat" cmpd="sng">
            <a:solidFill>
              <a:srgbClr val="19191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1AF60D-F265-000A-B12E-F4A95EC603F0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37393A-2FB9-564B-21B5-B0E745A93CFB}"/>
              </a:ext>
            </a:extLst>
          </p:cNvPr>
          <p:cNvSpPr/>
          <p:nvPr/>
        </p:nvSpPr>
        <p:spPr>
          <a:xfrm>
            <a:off x="8084200" y="358724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9173C-72B2-320E-990C-06D9B457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696424"/>
            <a:ext cx="7882250" cy="41148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0313D0-0A89-0C82-C3E5-F96D59F29AED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25C0A-B659-A1B1-0C9E-6B6B09E79A34}"/>
              </a:ext>
            </a:extLst>
          </p:cNvPr>
          <p:cNvSpPr/>
          <p:nvPr/>
        </p:nvSpPr>
        <p:spPr>
          <a:xfrm>
            <a:off x="8091348" y="406095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E28E6-D45A-82DF-F665-E799CCC8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99894"/>
            <a:ext cx="7908498" cy="4177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9001B4D2-A633-1867-4469-A57A5803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6F23F9-A190-2F2A-5D30-867FDE446BD7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15CD7F-C74B-84AD-1A7C-252CCAE9DF21}"/>
              </a:ext>
            </a:extLst>
          </p:cNvPr>
          <p:cNvSpPr/>
          <p:nvPr/>
        </p:nvSpPr>
        <p:spPr>
          <a:xfrm>
            <a:off x="8091348" y="406095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Google Shape;397;p43">
            <a:extLst>
              <a:ext uri="{FF2B5EF4-FFF2-40B4-BE49-F238E27FC236}">
                <a16:creationId xmlns:a16="http://schemas.microsoft.com/office/drawing/2014/main" id="{B4D697B7-AAA1-AF11-D50C-B0C2D7547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675" y="637473"/>
            <a:ext cx="7712700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915CA35-B8FE-DB99-61A5-A533D0D3B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25" y="1166489"/>
            <a:ext cx="795793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Enhances news accessibility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filters, bookmarks, and personalization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Offers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responsive 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 ensuring smooth user experience across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Future Enhancements:</a:t>
            </a:r>
            <a:endParaRPr lang="en-US" altLang="en-US" sz="1800" dirty="0">
              <a:solidFill>
                <a:schemeClr val="tx1"/>
              </a:solidFill>
              <a:latin typeface="Public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AI-based personalized news recommendations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Multi-language news accessibility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Offline reading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ublic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NewsHub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 establishes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scalable, modern, and user-friendly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ublic Sans" panose="020B0604020202020204" charset="0"/>
              </a:rPr>
              <a:t> news aggregator.</a:t>
            </a:r>
          </a:p>
        </p:txBody>
      </p:sp>
    </p:spTree>
    <p:extLst>
      <p:ext uri="{BB962C8B-B14F-4D97-AF65-F5344CB8AC3E}">
        <p14:creationId xmlns:p14="http://schemas.microsoft.com/office/powerpoint/2010/main" val="3715832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5121EB5E-1F8F-671E-67C7-2A77B904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1E2089-4602-B63E-A6B5-3615DEFE8EF3}"/>
              </a:ext>
            </a:extLst>
          </p:cNvPr>
          <p:cNvSpPr/>
          <p:nvPr/>
        </p:nvSpPr>
        <p:spPr>
          <a:xfrm>
            <a:off x="601446" y="4506027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CE565-D36C-6D85-445F-9F3D026F7B24}"/>
              </a:ext>
            </a:extLst>
          </p:cNvPr>
          <p:cNvSpPr/>
          <p:nvPr/>
        </p:nvSpPr>
        <p:spPr>
          <a:xfrm>
            <a:off x="8091348" y="406095"/>
            <a:ext cx="350550" cy="2159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Google Shape;397;p43">
            <a:extLst>
              <a:ext uri="{FF2B5EF4-FFF2-40B4-BE49-F238E27FC236}">
                <a16:creationId xmlns:a16="http://schemas.microsoft.com/office/drawing/2014/main" id="{A0E4C15E-6526-C44C-CD7C-6DBCC1EDE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1917" y="2347003"/>
            <a:ext cx="3472013" cy="3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 You !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3958214614"/>
      </p:ext>
    </p:extLst>
  </p:cSld>
  <p:clrMapOvr>
    <a:masterClrMapping/>
  </p:clrMapOvr>
</p:sld>
</file>

<file path=ppt/theme/theme1.xml><?xml version="1.0" encoding="utf-8"?>
<a:theme xmlns:a="http://schemas.openxmlformats.org/drawingml/2006/main" name="Día del periodista en España by Slidesgo">
  <a:themeElements>
    <a:clrScheme name="Simple Light">
      <a:dk1>
        <a:srgbClr val="191919"/>
      </a:dk1>
      <a:lt1>
        <a:srgbClr val="E5D8CC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329</Words>
  <Application>Microsoft Office PowerPoint</Application>
  <PresentationFormat>On-screen Show (16:9)</PresentationFormat>
  <Paragraphs>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Oswald</vt:lpstr>
      <vt:lpstr>Arial</vt:lpstr>
      <vt:lpstr>Oswald Medium</vt:lpstr>
      <vt:lpstr>Be Vietnam</vt:lpstr>
      <vt:lpstr>Roboto Condensed Light</vt:lpstr>
      <vt:lpstr>Public Sans</vt:lpstr>
      <vt:lpstr>Wingdings</vt:lpstr>
      <vt:lpstr>Día del periodista en España by Slidesgo</vt:lpstr>
      <vt:lpstr>News  Aggregator</vt:lpstr>
      <vt:lpstr>Introduction </vt:lpstr>
      <vt:lpstr>Centralize News </vt:lpstr>
      <vt:lpstr>Features </vt:lpstr>
      <vt:lpstr>Project Structure</vt:lpstr>
      <vt:lpstr>Development Process 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Avishi Wadher</dc:creator>
  <cp:lastModifiedBy>Avishi Wadher</cp:lastModifiedBy>
  <cp:revision>3</cp:revision>
  <dcterms:modified xsi:type="dcterms:W3CDTF">2025-09-11T18:33:00Z</dcterms:modified>
</cp:coreProperties>
</file>